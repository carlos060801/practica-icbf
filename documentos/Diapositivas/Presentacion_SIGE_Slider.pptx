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8.jpg" ContentType="image/pn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564483-11DA-4CCE-8CE7-5E03B5C36D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696B3AC-9D8B-4BD2-BB34-FA84B05C9A7D}">
      <dgm:prSet/>
      <dgm:spPr/>
      <dgm:t>
        <a:bodyPr/>
        <a:lstStyle/>
        <a:p>
          <a:r>
            <a:rPr lang="en-US"/>
            <a:t>Aplicación móvil institucional.</a:t>
          </a:r>
        </a:p>
      </dgm:t>
    </dgm:pt>
    <dgm:pt modelId="{21B68247-1674-4692-8CC4-121A85813D7A}" type="parTrans" cxnId="{7BBD8BD5-1346-4D59-9AD6-2912A2393DE2}">
      <dgm:prSet/>
      <dgm:spPr/>
      <dgm:t>
        <a:bodyPr/>
        <a:lstStyle/>
        <a:p>
          <a:endParaRPr lang="en-US"/>
        </a:p>
      </dgm:t>
    </dgm:pt>
    <dgm:pt modelId="{9EB11B4C-E099-4D33-9306-9D310B5EE8C2}" type="sibTrans" cxnId="{7BBD8BD5-1346-4D59-9AD6-2912A2393DE2}">
      <dgm:prSet/>
      <dgm:spPr/>
      <dgm:t>
        <a:bodyPr/>
        <a:lstStyle/>
        <a:p>
          <a:endParaRPr lang="en-US"/>
        </a:p>
      </dgm:t>
    </dgm:pt>
    <dgm:pt modelId="{9A41E4B8-750A-4767-A6DD-D31ACAE1B9E4}">
      <dgm:prSet/>
      <dgm:spPr/>
      <dgm:t>
        <a:bodyPr/>
        <a:lstStyle/>
        <a:p>
          <a:r>
            <a:rPr lang="en-US"/>
            <a:t>Autores: Carlos Culma &amp; Johan Verjan.</a:t>
          </a:r>
        </a:p>
      </dgm:t>
    </dgm:pt>
    <dgm:pt modelId="{B15FAEEA-9042-433D-86F8-1A35F4888BAB}" type="parTrans" cxnId="{DBD4942D-1C0D-477D-871C-E87AC495DDB8}">
      <dgm:prSet/>
      <dgm:spPr/>
      <dgm:t>
        <a:bodyPr/>
        <a:lstStyle/>
        <a:p>
          <a:endParaRPr lang="en-US"/>
        </a:p>
      </dgm:t>
    </dgm:pt>
    <dgm:pt modelId="{746B3689-42C1-4643-98A5-DA6BE4A90A4C}" type="sibTrans" cxnId="{DBD4942D-1C0D-477D-871C-E87AC495DDB8}">
      <dgm:prSet/>
      <dgm:spPr/>
      <dgm:t>
        <a:bodyPr/>
        <a:lstStyle/>
        <a:p>
          <a:endParaRPr lang="en-US"/>
        </a:p>
      </dgm:t>
    </dgm:pt>
    <dgm:pt modelId="{21521D1F-8DAB-41E5-A144-8789AA36521F}">
      <dgm:prSet/>
      <dgm:spPr/>
      <dgm:t>
        <a:bodyPr/>
        <a:lstStyle/>
        <a:p>
          <a:r>
            <a:rPr lang="en-US"/>
            <a:t>CORHUILA – Ingeniería de Sistemas.</a:t>
          </a:r>
        </a:p>
      </dgm:t>
    </dgm:pt>
    <dgm:pt modelId="{DE58B571-CAAD-4B6B-AD59-7B9000FE0416}" type="parTrans" cxnId="{57DDA3E5-4154-4D7F-8C2C-99AB93A36799}">
      <dgm:prSet/>
      <dgm:spPr/>
      <dgm:t>
        <a:bodyPr/>
        <a:lstStyle/>
        <a:p>
          <a:endParaRPr lang="en-US"/>
        </a:p>
      </dgm:t>
    </dgm:pt>
    <dgm:pt modelId="{2E4B2207-9D77-4090-B1F4-C35BE4117C0A}" type="sibTrans" cxnId="{57DDA3E5-4154-4D7F-8C2C-99AB93A36799}">
      <dgm:prSet/>
      <dgm:spPr/>
      <dgm:t>
        <a:bodyPr/>
        <a:lstStyle/>
        <a:p>
          <a:endParaRPr lang="en-US"/>
        </a:p>
      </dgm:t>
    </dgm:pt>
    <dgm:pt modelId="{0B386E2E-40D0-4B80-9AF4-EE7F950B517C}" type="pres">
      <dgm:prSet presAssocID="{79564483-11DA-4CCE-8CE7-5E03B5C36DE5}" presName="root" presStyleCnt="0">
        <dgm:presLayoutVars>
          <dgm:dir/>
          <dgm:resizeHandles val="exact"/>
        </dgm:presLayoutVars>
      </dgm:prSet>
      <dgm:spPr/>
    </dgm:pt>
    <dgm:pt modelId="{0527AF64-9193-4713-835A-B84C8D0646A8}" type="pres">
      <dgm:prSet presAssocID="{A696B3AC-9D8B-4BD2-BB34-FA84B05C9A7D}" presName="compNode" presStyleCnt="0"/>
      <dgm:spPr/>
    </dgm:pt>
    <dgm:pt modelId="{103A1AF2-4586-4BE1-BD3C-E42D5EDE0F35}" type="pres">
      <dgm:prSet presAssocID="{A696B3AC-9D8B-4BD2-BB34-FA84B05C9A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456E50BD-8687-4CFA-A1FB-96FE61CB4EAE}" type="pres">
      <dgm:prSet presAssocID="{A696B3AC-9D8B-4BD2-BB34-FA84B05C9A7D}" presName="spaceRect" presStyleCnt="0"/>
      <dgm:spPr/>
    </dgm:pt>
    <dgm:pt modelId="{EAE08E0C-7C6A-4A17-A09E-F9B80B72D2D7}" type="pres">
      <dgm:prSet presAssocID="{A696B3AC-9D8B-4BD2-BB34-FA84B05C9A7D}" presName="textRect" presStyleLbl="revTx" presStyleIdx="0" presStyleCnt="3">
        <dgm:presLayoutVars>
          <dgm:chMax val="1"/>
          <dgm:chPref val="1"/>
        </dgm:presLayoutVars>
      </dgm:prSet>
      <dgm:spPr/>
    </dgm:pt>
    <dgm:pt modelId="{7F6D613D-EAF7-421A-B7FA-52A3B926464A}" type="pres">
      <dgm:prSet presAssocID="{9EB11B4C-E099-4D33-9306-9D310B5EE8C2}" presName="sibTrans" presStyleCnt="0"/>
      <dgm:spPr/>
    </dgm:pt>
    <dgm:pt modelId="{80D67C13-4976-4904-8CA6-CC0F53FE7E53}" type="pres">
      <dgm:prSet presAssocID="{9A41E4B8-750A-4767-A6DD-D31ACAE1B9E4}" presName="compNode" presStyleCnt="0"/>
      <dgm:spPr/>
    </dgm:pt>
    <dgm:pt modelId="{1B693D97-E520-4420-A965-1DA966BD87B5}" type="pres">
      <dgm:prSet presAssocID="{9A41E4B8-750A-4767-A6DD-D31ACAE1B9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7F35B32-64EA-4ECB-8338-0A2F27EBFBFC}" type="pres">
      <dgm:prSet presAssocID="{9A41E4B8-750A-4767-A6DD-D31ACAE1B9E4}" presName="spaceRect" presStyleCnt="0"/>
      <dgm:spPr/>
    </dgm:pt>
    <dgm:pt modelId="{3BC1D4DC-E2D2-47D5-B422-FDB7D112DD71}" type="pres">
      <dgm:prSet presAssocID="{9A41E4B8-750A-4767-A6DD-D31ACAE1B9E4}" presName="textRect" presStyleLbl="revTx" presStyleIdx="1" presStyleCnt="3">
        <dgm:presLayoutVars>
          <dgm:chMax val="1"/>
          <dgm:chPref val="1"/>
        </dgm:presLayoutVars>
      </dgm:prSet>
      <dgm:spPr/>
    </dgm:pt>
    <dgm:pt modelId="{56F23A20-BB01-4595-85E1-842B4701059D}" type="pres">
      <dgm:prSet presAssocID="{746B3689-42C1-4643-98A5-DA6BE4A90A4C}" presName="sibTrans" presStyleCnt="0"/>
      <dgm:spPr/>
    </dgm:pt>
    <dgm:pt modelId="{14DADB7E-8D06-4326-9D71-4BD1FEB76838}" type="pres">
      <dgm:prSet presAssocID="{21521D1F-8DAB-41E5-A144-8789AA36521F}" presName="compNode" presStyleCnt="0"/>
      <dgm:spPr/>
    </dgm:pt>
    <dgm:pt modelId="{3392317C-BB5B-4360-A77F-A041C492A3A6}" type="pres">
      <dgm:prSet presAssocID="{21521D1F-8DAB-41E5-A144-8789AA3652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CCB5AAB4-F445-419E-89E3-80F28B1C8457}" type="pres">
      <dgm:prSet presAssocID="{21521D1F-8DAB-41E5-A144-8789AA36521F}" presName="spaceRect" presStyleCnt="0"/>
      <dgm:spPr/>
    </dgm:pt>
    <dgm:pt modelId="{C6F2B3F2-C0A7-4BE0-BFFD-73F5B4A3DCFC}" type="pres">
      <dgm:prSet presAssocID="{21521D1F-8DAB-41E5-A144-8789AA3652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BD4942D-1C0D-477D-871C-E87AC495DDB8}" srcId="{79564483-11DA-4CCE-8CE7-5E03B5C36DE5}" destId="{9A41E4B8-750A-4767-A6DD-D31ACAE1B9E4}" srcOrd="1" destOrd="0" parTransId="{B15FAEEA-9042-433D-86F8-1A35F4888BAB}" sibTransId="{746B3689-42C1-4643-98A5-DA6BE4A90A4C}"/>
    <dgm:cxn modelId="{BFDC567B-CE96-4DEE-909E-3362CA47C5D8}" type="presOf" srcId="{79564483-11DA-4CCE-8CE7-5E03B5C36DE5}" destId="{0B386E2E-40D0-4B80-9AF4-EE7F950B517C}" srcOrd="0" destOrd="0" presId="urn:microsoft.com/office/officeart/2018/2/layout/IconLabelList"/>
    <dgm:cxn modelId="{B1B692AB-BC4C-4013-8377-73D5A3919FAE}" type="presOf" srcId="{9A41E4B8-750A-4767-A6DD-D31ACAE1B9E4}" destId="{3BC1D4DC-E2D2-47D5-B422-FDB7D112DD71}" srcOrd="0" destOrd="0" presId="urn:microsoft.com/office/officeart/2018/2/layout/IconLabelList"/>
    <dgm:cxn modelId="{7BBD8BD5-1346-4D59-9AD6-2912A2393DE2}" srcId="{79564483-11DA-4CCE-8CE7-5E03B5C36DE5}" destId="{A696B3AC-9D8B-4BD2-BB34-FA84B05C9A7D}" srcOrd="0" destOrd="0" parTransId="{21B68247-1674-4692-8CC4-121A85813D7A}" sibTransId="{9EB11B4C-E099-4D33-9306-9D310B5EE8C2}"/>
    <dgm:cxn modelId="{2F7D48E2-7E24-4050-8AB3-D4F135A9E8D0}" type="presOf" srcId="{21521D1F-8DAB-41E5-A144-8789AA36521F}" destId="{C6F2B3F2-C0A7-4BE0-BFFD-73F5B4A3DCFC}" srcOrd="0" destOrd="0" presId="urn:microsoft.com/office/officeart/2018/2/layout/IconLabelList"/>
    <dgm:cxn modelId="{57DDA3E5-4154-4D7F-8C2C-99AB93A36799}" srcId="{79564483-11DA-4CCE-8CE7-5E03B5C36DE5}" destId="{21521D1F-8DAB-41E5-A144-8789AA36521F}" srcOrd="2" destOrd="0" parTransId="{DE58B571-CAAD-4B6B-AD59-7B9000FE0416}" sibTransId="{2E4B2207-9D77-4090-B1F4-C35BE4117C0A}"/>
    <dgm:cxn modelId="{A9475AF1-2931-48C9-8145-EB7A151E08D9}" type="presOf" srcId="{A696B3AC-9D8B-4BD2-BB34-FA84B05C9A7D}" destId="{EAE08E0C-7C6A-4A17-A09E-F9B80B72D2D7}" srcOrd="0" destOrd="0" presId="urn:microsoft.com/office/officeart/2018/2/layout/IconLabelList"/>
    <dgm:cxn modelId="{DF6EE87A-5457-4A5C-89FE-E8CC43F95921}" type="presParOf" srcId="{0B386E2E-40D0-4B80-9AF4-EE7F950B517C}" destId="{0527AF64-9193-4713-835A-B84C8D0646A8}" srcOrd="0" destOrd="0" presId="urn:microsoft.com/office/officeart/2018/2/layout/IconLabelList"/>
    <dgm:cxn modelId="{7A6B41BC-6AE0-442A-AEFF-3C1E186C044C}" type="presParOf" srcId="{0527AF64-9193-4713-835A-B84C8D0646A8}" destId="{103A1AF2-4586-4BE1-BD3C-E42D5EDE0F35}" srcOrd="0" destOrd="0" presId="urn:microsoft.com/office/officeart/2018/2/layout/IconLabelList"/>
    <dgm:cxn modelId="{4AE54526-B862-4F85-87C2-F477DBE3728D}" type="presParOf" srcId="{0527AF64-9193-4713-835A-B84C8D0646A8}" destId="{456E50BD-8687-4CFA-A1FB-96FE61CB4EAE}" srcOrd="1" destOrd="0" presId="urn:microsoft.com/office/officeart/2018/2/layout/IconLabelList"/>
    <dgm:cxn modelId="{D8BB7166-717B-479F-8366-963DAA49AF56}" type="presParOf" srcId="{0527AF64-9193-4713-835A-B84C8D0646A8}" destId="{EAE08E0C-7C6A-4A17-A09E-F9B80B72D2D7}" srcOrd="2" destOrd="0" presId="urn:microsoft.com/office/officeart/2018/2/layout/IconLabelList"/>
    <dgm:cxn modelId="{59F2BE6E-897B-4877-A83F-17CD68F76136}" type="presParOf" srcId="{0B386E2E-40D0-4B80-9AF4-EE7F950B517C}" destId="{7F6D613D-EAF7-421A-B7FA-52A3B926464A}" srcOrd="1" destOrd="0" presId="urn:microsoft.com/office/officeart/2018/2/layout/IconLabelList"/>
    <dgm:cxn modelId="{4F47AD37-62CB-4756-8C6F-94C19AA23CF2}" type="presParOf" srcId="{0B386E2E-40D0-4B80-9AF4-EE7F950B517C}" destId="{80D67C13-4976-4904-8CA6-CC0F53FE7E53}" srcOrd="2" destOrd="0" presId="urn:microsoft.com/office/officeart/2018/2/layout/IconLabelList"/>
    <dgm:cxn modelId="{774516B9-7A33-4EE2-AD08-A65A9ABAE696}" type="presParOf" srcId="{80D67C13-4976-4904-8CA6-CC0F53FE7E53}" destId="{1B693D97-E520-4420-A965-1DA966BD87B5}" srcOrd="0" destOrd="0" presId="urn:microsoft.com/office/officeart/2018/2/layout/IconLabelList"/>
    <dgm:cxn modelId="{2C2127CB-4F17-4DA8-A5BC-A4AADED420A7}" type="presParOf" srcId="{80D67C13-4976-4904-8CA6-CC0F53FE7E53}" destId="{C7F35B32-64EA-4ECB-8338-0A2F27EBFBFC}" srcOrd="1" destOrd="0" presId="urn:microsoft.com/office/officeart/2018/2/layout/IconLabelList"/>
    <dgm:cxn modelId="{83CBA55F-6622-4460-937D-8BB35458C2F7}" type="presParOf" srcId="{80D67C13-4976-4904-8CA6-CC0F53FE7E53}" destId="{3BC1D4DC-E2D2-47D5-B422-FDB7D112DD71}" srcOrd="2" destOrd="0" presId="urn:microsoft.com/office/officeart/2018/2/layout/IconLabelList"/>
    <dgm:cxn modelId="{04AB249F-4C55-4EA8-A576-216F748BF5D4}" type="presParOf" srcId="{0B386E2E-40D0-4B80-9AF4-EE7F950B517C}" destId="{56F23A20-BB01-4595-85E1-842B4701059D}" srcOrd="3" destOrd="0" presId="urn:microsoft.com/office/officeart/2018/2/layout/IconLabelList"/>
    <dgm:cxn modelId="{81A95C3C-C590-4645-9D55-5C5F6D351F0E}" type="presParOf" srcId="{0B386E2E-40D0-4B80-9AF4-EE7F950B517C}" destId="{14DADB7E-8D06-4326-9D71-4BD1FEB76838}" srcOrd="4" destOrd="0" presId="urn:microsoft.com/office/officeart/2018/2/layout/IconLabelList"/>
    <dgm:cxn modelId="{DF5469C7-4BF7-4D7D-B0CF-FFBF60B811AC}" type="presParOf" srcId="{14DADB7E-8D06-4326-9D71-4BD1FEB76838}" destId="{3392317C-BB5B-4360-A77F-A041C492A3A6}" srcOrd="0" destOrd="0" presId="urn:microsoft.com/office/officeart/2018/2/layout/IconLabelList"/>
    <dgm:cxn modelId="{BBAD73F0-1C84-42E3-BBFA-E2C09138ADAB}" type="presParOf" srcId="{14DADB7E-8D06-4326-9D71-4BD1FEB76838}" destId="{CCB5AAB4-F445-419E-89E3-80F28B1C8457}" srcOrd="1" destOrd="0" presId="urn:microsoft.com/office/officeart/2018/2/layout/IconLabelList"/>
    <dgm:cxn modelId="{0449295D-7F0A-4E62-8379-456390E84CB0}" type="presParOf" srcId="{14DADB7E-8D06-4326-9D71-4BD1FEB76838}" destId="{C6F2B3F2-C0A7-4BE0-BFFD-73F5B4A3DC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865893-5A1A-478C-9E56-FAC459609B8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E97953-1AAE-4D52-9A93-1C7B52FA9478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Problema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245851F6-7BCC-4A79-A9EF-B26878EA958D}" type="parTrans" cxnId="{40B90B92-69D5-4C27-AC1A-6810318913E6}">
      <dgm:prSet/>
      <dgm:spPr/>
      <dgm:t>
        <a:bodyPr/>
        <a:lstStyle/>
        <a:p>
          <a:endParaRPr lang="en-US"/>
        </a:p>
      </dgm:t>
    </dgm:pt>
    <dgm:pt modelId="{1E192F0D-DEB6-4DBF-81B9-566B32795CB7}" type="sibTrans" cxnId="{40B90B92-69D5-4C27-AC1A-6810318913E6}">
      <dgm:prSet/>
      <dgm:spPr/>
      <dgm:t>
        <a:bodyPr/>
        <a:lstStyle/>
        <a:p>
          <a:endParaRPr lang="en-US"/>
        </a:p>
      </dgm:t>
    </dgm:pt>
    <dgm:pt modelId="{14B87294-D28A-4685-AE2D-391C5454DEF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Dificultad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inducción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14B3E4DA-6AE0-43AB-AD43-8F2FE527AC91}" type="parTrans" cxnId="{E910643B-1B15-43E6-BEFC-9514F12D83B9}">
      <dgm:prSet/>
      <dgm:spPr/>
      <dgm:t>
        <a:bodyPr/>
        <a:lstStyle/>
        <a:p>
          <a:endParaRPr lang="en-US"/>
        </a:p>
      </dgm:t>
    </dgm:pt>
    <dgm:pt modelId="{754F90C4-281D-4A23-9237-86FFB1E96F8A}" type="sibTrans" cxnId="{E910643B-1B15-43E6-BEFC-9514F12D83B9}">
      <dgm:prSet/>
      <dgm:spPr/>
      <dgm:t>
        <a:bodyPr/>
        <a:lstStyle/>
        <a:p>
          <a:endParaRPr lang="en-US"/>
        </a:p>
      </dgm:t>
    </dgm:pt>
    <dgm:pt modelId="{D525825E-369D-4E5A-94A7-48BFAA1B5C97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Acceso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limitado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documentos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04C7BC1F-7822-490A-BF2F-F01BE7EBE8A1}" type="parTrans" cxnId="{37B480BF-54D6-49D6-ACEA-8357D3E5E692}">
      <dgm:prSet/>
      <dgm:spPr/>
      <dgm:t>
        <a:bodyPr/>
        <a:lstStyle/>
        <a:p>
          <a:endParaRPr lang="en-US"/>
        </a:p>
      </dgm:t>
    </dgm:pt>
    <dgm:pt modelId="{8967F116-5F66-483A-8BE2-96D0D155C524}" type="sibTrans" cxnId="{37B480BF-54D6-49D6-ACEA-8357D3E5E692}">
      <dgm:prSet/>
      <dgm:spPr/>
      <dgm:t>
        <a:bodyPr/>
        <a:lstStyle/>
        <a:p>
          <a:endParaRPr lang="en-US"/>
        </a:p>
      </dgm:t>
    </dgm:pt>
    <dgm:pt modelId="{EFD2ED53-F984-4CE6-A339-1E6850AEF8C5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Objetivo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49305621-6E8C-453F-83EE-FA469A4B8567}" type="parTrans" cxnId="{21405D7D-5C03-4E4B-84C8-7D013355F918}">
      <dgm:prSet/>
      <dgm:spPr/>
      <dgm:t>
        <a:bodyPr/>
        <a:lstStyle/>
        <a:p>
          <a:endParaRPr lang="en-US"/>
        </a:p>
      </dgm:t>
    </dgm:pt>
    <dgm:pt modelId="{C0AAC023-0DD1-424F-B8F6-8C2892939405}" type="sibTrans" cxnId="{21405D7D-5C03-4E4B-84C8-7D013355F918}">
      <dgm:prSet/>
      <dgm:spPr/>
      <dgm:t>
        <a:bodyPr/>
        <a:lstStyle/>
        <a:p>
          <a:endParaRPr lang="en-US"/>
        </a:p>
      </dgm:t>
    </dgm:pt>
    <dgm:pt modelId="{48704BD9-558D-497F-93A8-711C689A9FC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App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móvil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+ chatbot.</a:t>
          </a:r>
        </a:p>
      </dgm:t>
    </dgm:pt>
    <dgm:pt modelId="{71FE412E-4B9D-4BC7-9DC0-001E28F96F3D}" type="parTrans" cxnId="{0CEBFAE1-1948-4EB2-8E0F-47989029E336}">
      <dgm:prSet/>
      <dgm:spPr/>
      <dgm:t>
        <a:bodyPr/>
        <a:lstStyle/>
        <a:p>
          <a:endParaRPr lang="en-US"/>
        </a:p>
      </dgm:t>
    </dgm:pt>
    <dgm:pt modelId="{37DEB135-7300-4EE0-9BC9-09688DBDC638}" type="sibTrans" cxnId="{0CEBFAE1-1948-4EB2-8E0F-47989029E336}">
      <dgm:prSet/>
      <dgm:spPr/>
      <dgm:t>
        <a:bodyPr/>
        <a:lstStyle/>
        <a:p>
          <a:endParaRPr lang="en-US"/>
        </a:p>
      </dgm:t>
    </dgm:pt>
    <dgm:pt modelId="{CC947683-3171-440B-80AF-2907E99263B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Consultar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pilares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CD1592AA-F856-4C30-8646-226B0EB9B9D7}" type="parTrans" cxnId="{A9CF8524-26C1-48E7-976C-B2CF6100A175}">
      <dgm:prSet/>
      <dgm:spPr/>
      <dgm:t>
        <a:bodyPr/>
        <a:lstStyle/>
        <a:p>
          <a:endParaRPr lang="en-US"/>
        </a:p>
      </dgm:t>
    </dgm:pt>
    <dgm:pt modelId="{BDB16BF1-BD9E-4F72-A18B-88A5DB2BC745}" type="sibTrans" cxnId="{A9CF8524-26C1-48E7-976C-B2CF6100A175}">
      <dgm:prSet/>
      <dgm:spPr/>
      <dgm:t>
        <a:bodyPr/>
        <a:lstStyle/>
        <a:p>
          <a:endParaRPr lang="en-US"/>
        </a:p>
      </dgm:t>
    </dgm:pt>
    <dgm:pt modelId="{CD4113E9-7679-4961-A849-F6155DDED881}" type="pres">
      <dgm:prSet presAssocID="{BF865893-5A1A-478C-9E56-FAC459609B81}" presName="Name0" presStyleCnt="0">
        <dgm:presLayoutVars>
          <dgm:dir/>
          <dgm:resizeHandles val="exact"/>
        </dgm:presLayoutVars>
      </dgm:prSet>
      <dgm:spPr/>
    </dgm:pt>
    <dgm:pt modelId="{947009A2-3B8C-4ECA-951F-AF508DB455FE}" type="pres">
      <dgm:prSet presAssocID="{58E97953-1AAE-4D52-9A93-1C7B52FA9478}" presName="node" presStyleLbl="node1" presStyleIdx="0" presStyleCnt="6">
        <dgm:presLayoutVars>
          <dgm:bulletEnabled val="1"/>
        </dgm:presLayoutVars>
      </dgm:prSet>
      <dgm:spPr/>
    </dgm:pt>
    <dgm:pt modelId="{3F71A6BA-F290-4D87-ACE8-75FFFF96EBD0}" type="pres">
      <dgm:prSet presAssocID="{1E192F0D-DEB6-4DBF-81B9-566B32795CB7}" presName="sibTrans" presStyleLbl="sibTrans1D1" presStyleIdx="0" presStyleCnt="5"/>
      <dgm:spPr/>
    </dgm:pt>
    <dgm:pt modelId="{F8F92106-0E9F-4FFE-B59E-096B009C47C0}" type="pres">
      <dgm:prSet presAssocID="{1E192F0D-DEB6-4DBF-81B9-566B32795CB7}" presName="connectorText" presStyleLbl="sibTrans1D1" presStyleIdx="0" presStyleCnt="5"/>
      <dgm:spPr/>
    </dgm:pt>
    <dgm:pt modelId="{B0DB868C-8426-45E7-8D09-840E7F60EC2C}" type="pres">
      <dgm:prSet presAssocID="{14B87294-D28A-4685-AE2D-391C5454DEFD}" presName="node" presStyleLbl="node1" presStyleIdx="1" presStyleCnt="6">
        <dgm:presLayoutVars>
          <dgm:bulletEnabled val="1"/>
        </dgm:presLayoutVars>
      </dgm:prSet>
      <dgm:spPr/>
    </dgm:pt>
    <dgm:pt modelId="{03629E94-6B45-460C-88B1-0991BD155585}" type="pres">
      <dgm:prSet presAssocID="{754F90C4-281D-4A23-9237-86FFB1E96F8A}" presName="sibTrans" presStyleLbl="sibTrans1D1" presStyleIdx="1" presStyleCnt="5"/>
      <dgm:spPr/>
    </dgm:pt>
    <dgm:pt modelId="{CD855DA9-E3DB-48DF-B23F-7D6C6137CEC3}" type="pres">
      <dgm:prSet presAssocID="{754F90C4-281D-4A23-9237-86FFB1E96F8A}" presName="connectorText" presStyleLbl="sibTrans1D1" presStyleIdx="1" presStyleCnt="5"/>
      <dgm:spPr/>
    </dgm:pt>
    <dgm:pt modelId="{7F486CF2-DB35-403D-81DB-0A76A7CDBC80}" type="pres">
      <dgm:prSet presAssocID="{D525825E-369D-4E5A-94A7-48BFAA1B5C97}" presName="node" presStyleLbl="node1" presStyleIdx="2" presStyleCnt="6">
        <dgm:presLayoutVars>
          <dgm:bulletEnabled val="1"/>
        </dgm:presLayoutVars>
      </dgm:prSet>
      <dgm:spPr/>
    </dgm:pt>
    <dgm:pt modelId="{CE7F07ED-5508-4F51-9F6E-AF36705A18CE}" type="pres">
      <dgm:prSet presAssocID="{8967F116-5F66-483A-8BE2-96D0D155C524}" presName="sibTrans" presStyleLbl="sibTrans1D1" presStyleIdx="2" presStyleCnt="5"/>
      <dgm:spPr/>
    </dgm:pt>
    <dgm:pt modelId="{248B1E09-B8B1-4740-A609-E869FC809116}" type="pres">
      <dgm:prSet presAssocID="{8967F116-5F66-483A-8BE2-96D0D155C524}" presName="connectorText" presStyleLbl="sibTrans1D1" presStyleIdx="2" presStyleCnt="5"/>
      <dgm:spPr/>
    </dgm:pt>
    <dgm:pt modelId="{52B4E6C4-754D-4350-AC60-A5E9DBCFDA5D}" type="pres">
      <dgm:prSet presAssocID="{EFD2ED53-F984-4CE6-A339-1E6850AEF8C5}" presName="node" presStyleLbl="node1" presStyleIdx="3" presStyleCnt="6">
        <dgm:presLayoutVars>
          <dgm:bulletEnabled val="1"/>
        </dgm:presLayoutVars>
      </dgm:prSet>
      <dgm:spPr/>
    </dgm:pt>
    <dgm:pt modelId="{3A23A8FC-E16D-4AF2-AC59-6914D87681CC}" type="pres">
      <dgm:prSet presAssocID="{C0AAC023-0DD1-424F-B8F6-8C2892939405}" presName="sibTrans" presStyleLbl="sibTrans1D1" presStyleIdx="3" presStyleCnt="5"/>
      <dgm:spPr/>
    </dgm:pt>
    <dgm:pt modelId="{B8721AFE-4231-4696-B5AB-F9CB2541DAE3}" type="pres">
      <dgm:prSet presAssocID="{C0AAC023-0DD1-424F-B8F6-8C2892939405}" presName="connectorText" presStyleLbl="sibTrans1D1" presStyleIdx="3" presStyleCnt="5"/>
      <dgm:spPr/>
    </dgm:pt>
    <dgm:pt modelId="{64B77398-28EE-4BF8-BFD9-F0D9B91DFF34}" type="pres">
      <dgm:prSet presAssocID="{48704BD9-558D-497F-93A8-711C689A9FC0}" presName="node" presStyleLbl="node1" presStyleIdx="4" presStyleCnt="6">
        <dgm:presLayoutVars>
          <dgm:bulletEnabled val="1"/>
        </dgm:presLayoutVars>
      </dgm:prSet>
      <dgm:spPr/>
    </dgm:pt>
    <dgm:pt modelId="{E2509CAF-5147-4E0A-8792-14EE1661E50A}" type="pres">
      <dgm:prSet presAssocID="{37DEB135-7300-4EE0-9BC9-09688DBDC638}" presName="sibTrans" presStyleLbl="sibTrans1D1" presStyleIdx="4" presStyleCnt="5"/>
      <dgm:spPr/>
    </dgm:pt>
    <dgm:pt modelId="{D08E11BE-1D74-46EF-8E78-97BD61FD7060}" type="pres">
      <dgm:prSet presAssocID="{37DEB135-7300-4EE0-9BC9-09688DBDC638}" presName="connectorText" presStyleLbl="sibTrans1D1" presStyleIdx="4" presStyleCnt="5"/>
      <dgm:spPr/>
    </dgm:pt>
    <dgm:pt modelId="{DEE6CA8E-A45A-4F1B-80AE-D04C6CE3F49C}" type="pres">
      <dgm:prSet presAssocID="{CC947683-3171-440B-80AF-2907E99263B4}" presName="node" presStyleLbl="node1" presStyleIdx="5" presStyleCnt="6">
        <dgm:presLayoutVars>
          <dgm:bulletEnabled val="1"/>
        </dgm:presLayoutVars>
      </dgm:prSet>
      <dgm:spPr/>
    </dgm:pt>
  </dgm:ptLst>
  <dgm:cxnLst>
    <dgm:cxn modelId="{36658B13-CBE6-477B-86BA-5B4C4186D405}" type="presOf" srcId="{1E192F0D-DEB6-4DBF-81B9-566B32795CB7}" destId="{F8F92106-0E9F-4FFE-B59E-096B009C47C0}" srcOrd="1" destOrd="0" presId="urn:microsoft.com/office/officeart/2016/7/layout/RepeatingBendingProcessNew"/>
    <dgm:cxn modelId="{A9CF8524-26C1-48E7-976C-B2CF6100A175}" srcId="{BF865893-5A1A-478C-9E56-FAC459609B81}" destId="{CC947683-3171-440B-80AF-2907E99263B4}" srcOrd="5" destOrd="0" parTransId="{CD1592AA-F856-4C30-8646-226B0EB9B9D7}" sibTransId="{BDB16BF1-BD9E-4F72-A18B-88A5DB2BC745}"/>
    <dgm:cxn modelId="{85387828-0A9C-41A2-A564-2F346E34F355}" type="presOf" srcId="{754F90C4-281D-4A23-9237-86FFB1E96F8A}" destId="{CD855DA9-E3DB-48DF-B23F-7D6C6137CEC3}" srcOrd="1" destOrd="0" presId="urn:microsoft.com/office/officeart/2016/7/layout/RepeatingBendingProcessNew"/>
    <dgm:cxn modelId="{A47A2133-911E-4C22-BC0C-E6B3BACF4755}" type="presOf" srcId="{BF865893-5A1A-478C-9E56-FAC459609B81}" destId="{CD4113E9-7679-4961-A849-F6155DDED881}" srcOrd="0" destOrd="0" presId="urn:microsoft.com/office/officeart/2016/7/layout/RepeatingBendingProcessNew"/>
    <dgm:cxn modelId="{E910643B-1B15-43E6-BEFC-9514F12D83B9}" srcId="{BF865893-5A1A-478C-9E56-FAC459609B81}" destId="{14B87294-D28A-4685-AE2D-391C5454DEFD}" srcOrd="1" destOrd="0" parTransId="{14B3E4DA-6AE0-43AB-AD43-8F2FE527AC91}" sibTransId="{754F90C4-281D-4A23-9237-86FFB1E96F8A}"/>
    <dgm:cxn modelId="{FE6C9466-4BF7-4E24-BFB1-1FE988664773}" type="presOf" srcId="{8967F116-5F66-483A-8BE2-96D0D155C524}" destId="{CE7F07ED-5508-4F51-9F6E-AF36705A18CE}" srcOrd="0" destOrd="0" presId="urn:microsoft.com/office/officeart/2016/7/layout/RepeatingBendingProcessNew"/>
    <dgm:cxn modelId="{AC8C136B-A968-4685-AEF7-C1046EE3C37E}" type="presOf" srcId="{37DEB135-7300-4EE0-9BC9-09688DBDC638}" destId="{E2509CAF-5147-4E0A-8792-14EE1661E50A}" srcOrd="0" destOrd="0" presId="urn:microsoft.com/office/officeart/2016/7/layout/RepeatingBendingProcessNew"/>
    <dgm:cxn modelId="{E6B74D4D-3AB0-4166-B45E-8DFF8FB8873B}" type="presOf" srcId="{14B87294-D28A-4685-AE2D-391C5454DEFD}" destId="{B0DB868C-8426-45E7-8D09-840E7F60EC2C}" srcOrd="0" destOrd="0" presId="urn:microsoft.com/office/officeart/2016/7/layout/RepeatingBendingProcessNew"/>
    <dgm:cxn modelId="{745FEB51-A579-491B-9BF6-206468852062}" type="presOf" srcId="{58E97953-1AAE-4D52-9A93-1C7B52FA9478}" destId="{947009A2-3B8C-4ECA-951F-AF508DB455FE}" srcOrd="0" destOrd="0" presId="urn:microsoft.com/office/officeart/2016/7/layout/RepeatingBendingProcessNew"/>
    <dgm:cxn modelId="{2CC07B53-054C-4AD6-B325-849A27EF7C53}" type="presOf" srcId="{C0AAC023-0DD1-424F-B8F6-8C2892939405}" destId="{3A23A8FC-E16D-4AF2-AC59-6914D87681CC}" srcOrd="0" destOrd="0" presId="urn:microsoft.com/office/officeart/2016/7/layout/RepeatingBendingProcessNew"/>
    <dgm:cxn modelId="{33CDA475-8D72-4E6D-83C3-D87D9D64AA9C}" type="presOf" srcId="{C0AAC023-0DD1-424F-B8F6-8C2892939405}" destId="{B8721AFE-4231-4696-B5AB-F9CB2541DAE3}" srcOrd="1" destOrd="0" presId="urn:microsoft.com/office/officeart/2016/7/layout/RepeatingBendingProcessNew"/>
    <dgm:cxn modelId="{21405D7D-5C03-4E4B-84C8-7D013355F918}" srcId="{BF865893-5A1A-478C-9E56-FAC459609B81}" destId="{EFD2ED53-F984-4CE6-A339-1E6850AEF8C5}" srcOrd="3" destOrd="0" parTransId="{49305621-6E8C-453F-83EE-FA469A4B8567}" sibTransId="{C0AAC023-0DD1-424F-B8F6-8C2892939405}"/>
    <dgm:cxn modelId="{40B90B92-69D5-4C27-AC1A-6810318913E6}" srcId="{BF865893-5A1A-478C-9E56-FAC459609B81}" destId="{58E97953-1AAE-4D52-9A93-1C7B52FA9478}" srcOrd="0" destOrd="0" parTransId="{245851F6-7BCC-4A79-A9EF-B26878EA958D}" sibTransId="{1E192F0D-DEB6-4DBF-81B9-566B32795CB7}"/>
    <dgm:cxn modelId="{3F99EA93-C4AC-436A-9BAC-987167067B3C}" type="presOf" srcId="{754F90C4-281D-4A23-9237-86FFB1E96F8A}" destId="{03629E94-6B45-460C-88B1-0991BD155585}" srcOrd="0" destOrd="0" presId="urn:microsoft.com/office/officeart/2016/7/layout/RepeatingBendingProcessNew"/>
    <dgm:cxn modelId="{ED60ADAD-2E35-4CAC-83BB-39116B03A9F4}" type="presOf" srcId="{CC947683-3171-440B-80AF-2907E99263B4}" destId="{DEE6CA8E-A45A-4F1B-80AE-D04C6CE3F49C}" srcOrd="0" destOrd="0" presId="urn:microsoft.com/office/officeart/2016/7/layout/RepeatingBendingProcessNew"/>
    <dgm:cxn modelId="{A0B609AF-7DFF-42A9-9A83-BF705DE2B55D}" type="presOf" srcId="{8967F116-5F66-483A-8BE2-96D0D155C524}" destId="{248B1E09-B8B1-4740-A609-E869FC809116}" srcOrd="1" destOrd="0" presId="urn:microsoft.com/office/officeart/2016/7/layout/RepeatingBendingProcessNew"/>
    <dgm:cxn modelId="{EAC07EB2-149C-4393-90BE-E60BB466751F}" type="presOf" srcId="{EFD2ED53-F984-4CE6-A339-1E6850AEF8C5}" destId="{52B4E6C4-754D-4350-AC60-A5E9DBCFDA5D}" srcOrd="0" destOrd="0" presId="urn:microsoft.com/office/officeart/2016/7/layout/RepeatingBendingProcessNew"/>
    <dgm:cxn modelId="{37B480BF-54D6-49D6-ACEA-8357D3E5E692}" srcId="{BF865893-5A1A-478C-9E56-FAC459609B81}" destId="{D525825E-369D-4E5A-94A7-48BFAA1B5C97}" srcOrd="2" destOrd="0" parTransId="{04C7BC1F-7822-490A-BF2F-F01BE7EBE8A1}" sibTransId="{8967F116-5F66-483A-8BE2-96D0D155C524}"/>
    <dgm:cxn modelId="{F9EDD1D0-9E97-478B-B06C-D9FF5DFCBCE4}" type="presOf" srcId="{48704BD9-558D-497F-93A8-711C689A9FC0}" destId="{64B77398-28EE-4BF8-BFD9-F0D9B91DFF34}" srcOrd="0" destOrd="0" presId="urn:microsoft.com/office/officeart/2016/7/layout/RepeatingBendingProcessNew"/>
    <dgm:cxn modelId="{D10820D8-7772-4ADC-8909-ED8C1028CABA}" type="presOf" srcId="{37DEB135-7300-4EE0-9BC9-09688DBDC638}" destId="{D08E11BE-1D74-46EF-8E78-97BD61FD7060}" srcOrd="1" destOrd="0" presId="urn:microsoft.com/office/officeart/2016/7/layout/RepeatingBendingProcessNew"/>
    <dgm:cxn modelId="{26C32DDC-FDD6-4F4F-9F93-32169DE0C98D}" type="presOf" srcId="{1E192F0D-DEB6-4DBF-81B9-566B32795CB7}" destId="{3F71A6BA-F290-4D87-ACE8-75FFFF96EBD0}" srcOrd="0" destOrd="0" presId="urn:microsoft.com/office/officeart/2016/7/layout/RepeatingBendingProcessNew"/>
    <dgm:cxn modelId="{0CEBFAE1-1948-4EB2-8E0F-47989029E336}" srcId="{BF865893-5A1A-478C-9E56-FAC459609B81}" destId="{48704BD9-558D-497F-93A8-711C689A9FC0}" srcOrd="4" destOrd="0" parTransId="{71FE412E-4B9D-4BC7-9DC0-001E28F96F3D}" sibTransId="{37DEB135-7300-4EE0-9BC9-09688DBDC638}"/>
    <dgm:cxn modelId="{4EDCD9F6-722F-4F50-943B-3F19E8519E7F}" type="presOf" srcId="{D525825E-369D-4E5A-94A7-48BFAA1B5C97}" destId="{7F486CF2-DB35-403D-81DB-0A76A7CDBC80}" srcOrd="0" destOrd="0" presId="urn:microsoft.com/office/officeart/2016/7/layout/RepeatingBendingProcessNew"/>
    <dgm:cxn modelId="{F8BB88E7-364D-4349-AB11-12C73801E4DF}" type="presParOf" srcId="{CD4113E9-7679-4961-A849-F6155DDED881}" destId="{947009A2-3B8C-4ECA-951F-AF508DB455FE}" srcOrd="0" destOrd="0" presId="urn:microsoft.com/office/officeart/2016/7/layout/RepeatingBendingProcessNew"/>
    <dgm:cxn modelId="{EA01DA46-A085-430F-9AAF-6BCC380F6250}" type="presParOf" srcId="{CD4113E9-7679-4961-A849-F6155DDED881}" destId="{3F71A6BA-F290-4D87-ACE8-75FFFF96EBD0}" srcOrd="1" destOrd="0" presId="urn:microsoft.com/office/officeart/2016/7/layout/RepeatingBendingProcessNew"/>
    <dgm:cxn modelId="{BA80C5A3-6422-45C7-A100-4832B1D8A19F}" type="presParOf" srcId="{3F71A6BA-F290-4D87-ACE8-75FFFF96EBD0}" destId="{F8F92106-0E9F-4FFE-B59E-096B009C47C0}" srcOrd="0" destOrd="0" presId="urn:microsoft.com/office/officeart/2016/7/layout/RepeatingBendingProcessNew"/>
    <dgm:cxn modelId="{7E679287-32BA-4C7D-B945-85EBFF19DB9B}" type="presParOf" srcId="{CD4113E9-7679-4961-A849-F6155DDED881}" destId="{B0DB868C-8426-45E7-8D09-840E7F60EC2C}" srcOrd="2" destOrd="0" presId="urn:microsoft.com/office/officeart/2016/7/layout/RepeatingBendingProcessNew"/>
    <dgm:cxn modelId="{C073904D-133E-4418-A255-83B995856492}" type="presParOf" srcId="{CD4113E9-7679-4961-A849-F6155DDED881}" destId="{03629E94-6B45-460C-88B1-0991BD155585}" srcOrd="3" destOrd="0" presId="urn:microsoft.com/office/officeart/2016/7/layout/RepeatingBendingProcessNew"/>
    <dgm:cxn modelId="{DF650ED7-4D94-4D8D-A0FF-F00E224055B9}" type="presParOf" srcId="{03629E94-6B45-460C-88B1-0991BD155585}" destId="{CD855DA9-E3DB-48DF-B23F-7D6C6137CEC3}" srcOrd="0" destOrd="0" presId="urn:microsoft.com/office/officeart/2016/7/layout/RepeatingBendingProcessNew"/>
    <dgm:cxn modelId="{4BB6731F-BA4C-41D7-A644-90F8CB9CD078}" type="presParOf" srcId="{CD4113E9-7679-4961-A849-F6155DDED881}" destId="{7F486CF2-DB35-403D-81DB-0A76A7CDBC80}" srcOrd="4" destOrd="0" presId="urn:microsoft.com/office/officeart/2016/7/layout/RepeatingBendingProcessNew"/>
    <dgm:cxn modelId="{D8714075-FA12-4C4D-8DE7-6C970D06EBDA}" type="presParOf" srcId="{CD4113E9-7679-4961-A849-F6155DDED881}" destId="{CE7F07ED-5508-4F51-9F6E-AF36705A18CE}" srcOrd="5" destOrd="0" presId="urn:microsoft.com/office/officeart/2016/7/layout/RepeatingBendingProcessNew"/>
    <dgm:cxn modelId="{E6C1BFA6-A861-403B-AA42-D03CD2CB9FB2}" type="presParOf" srcId="{CE7F07ED-5508-4F51-9F6E-AF36705A18CE}" destId="{248B1E09-B8B1-4740-A609-E869FC809116}" srcOrd="0" destOrd="0" presId="urn:microsoft.com/office/officeart/2016/7/layout/RepeatingBendingProcessNew"/>
    <dgm:cxn modelId="{60A02030-5757-46EE-9088-3BC1F3821D94}" type="presParOf" srcId="{CD4113E9-7679-4961-A849-F6155DDED881}" destId="{52B4E6C4-754D-4350-AC60-A5E9DBCFDA5D}" srcOrd="6" destOrd="0" presId="urn:microsoft.com/office/officeart/2016/7/layout/RepeatingBendingProcessNew"/>
    <dgm:cxn modelId="{C445194B-E862-4F3E-AC0D-83DCC04FF606}" type="presParOf" srcId="{CD4113E9-7679-4961-A849-F6155DDED881}" destId="{3A23A8FC-E16D-4AF2-AC59-6914D87681CC}" srcOrd="7" destOrd="0" presId="urn:microsoft.com/office/officeart/2016/7/layout/RepeatingBendingProcessNew"/>
    <dgm:cxn modelId="{088585F0-6238-4326-A9F1-E6BCA4E40FB3}" type="presParOf" srcId="{3A23A8FC-E16D-4AF2-AC59-6914D87681CC}" destId="{B8721AFE-4231-4696-B5AB-F9CB2541DAE3}" srcOrd="0" destOrd="0" presId="urn:microsoft.com/office/officeart/2016/7/layout/RepeatingBendingProcessNew"/>
    <dgm:cxn modelId="{4FFC6FB5-1897-40C0-AA68-B1FE57CA6FDB}" type="presParOf" srcId="{CD4113E9-7679-4961-A849-F6155DDED881}" destId="{64B77398-28EE-4BF8-BFD9-F0D9B91DFF34}" srcOrd="8" destOrd="0" presId="urn:microsoft.com/office/officeart/2016/7/layout/RepeatingBendingProcessNew"/>
    <dgm:cxn modelId="{8D8C1DC4-601F-490F-921B-0454310A7A73}" type="presParOf" srcId="{CD4113E9-7679-4961-A849-F6155DDED881}" destId="{E2509CAF-5147-4E0A-8792-14EE1661E50A}" srcOrd="9" destOrd="0" presId="urn:microsoft.com/office/officeart/2016/7/layout/RepeatingBendingProcessNew"/>
    <dgm:cxn modelId="{A7F59BB1-78A3-4467-B80F-4A63D2566410}" type="presParOf" srcId="{E2509CAF-5147-4E0A-8792-14EE1661E50A}" destId="{D08E11BE-1D74-46EF-8E78-97BD61FD7060}" srcOrd="0" destOrd="0" presId="urn:microsoft.com/office/officeart/2016/7/layout/RepeatingBendingProcessNew"/>
    <dgm:cxn modelId="{A6618D6D-C8F3-4FF4-A12A-0CC666E4CBEA}" type="presParOf" srcId="{CD4113E9-7679-4961-A849-F6155DDED881}" destId="{DEE6CA8E-A45A-4F1B-80AE-D04C6CE3F49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406D02-C0C4-4468-957C-E950D63F6F0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CC3C56-464E-47CA-8BA1-16423E8FC607}">
      <dgm:prSet/>
      <dgm:spPr/>
      <dgm:t>
        <a:bodyPr/>
        <a:lstStyle/>
        <a:p>
          <a:r>
            <a:rPr lang="en-US"/>
            <a:t>Tecnologías:</a:t>
          </a:r>
        </a:p>
      </dgm:t>
    </dgm:pt>
    <dgm:pt modelId="{2F61641C-5625-4428-9A9D-4975BABA5D10}" type="parTrans" cxnId="{5C5842A7-5C86-43D2-8E1D-1E5312E3A12C}">
      <dgm:prSet/>
      <dgm:spPr/>
      <dgm:t>
        <a:bodyPr/>
        <a:lstStyle/>
        <a:p>
          <a:endParaRPr lang="en-US"/>
        </a:p>
      </dgm:t>
    </dgm:pt>
    <dgm:pt modelId="{7575995F-C807-4E6A-A447-D406CF067345}" type="sibTrans" cxnId="{5C5842A7-5C86-43D2-8E1D-1E5312E3A12C}">
      <dgm:prSet/>
      <dgm:spPr/>
      <dgm:t>
        <a:bodyPr/>
        <a:lstStyle/>
        <a:p>
          <a:endParaRPr lang="en-US"/>
        </a:p>
      </dgm:t>
    </dgm:pt>
    <dgm:pt modelId="{F0D88ECF-ED68-431C-88F9-C05F7723EC9A}">
      <dgm:prSet/>
      <dgm:spPr/>
      <dgm:t>
        <a:bodyPr/>
        <a:lstStyle/>
        <a:p>
          <a:r>
            <a:rPr lang="en-US"/>
            <a:t>• Flutter (Frontend móvil)</a:t>
          </a:r>
        </a:p>
      </dgm:t>
    </dgm:pt>
    <dgm:pt modelId="{B81B5224-3BED-46AC-9506-2D00D10CDF14}" type="parTrans" cxnId="{03FE9261-8414-43B5-A537-2B2EA9E4339F}">
      <dgm:prSet/>
      <dgm:spPr/>
      <dgm:t>
        <a:bodyPr/>
        <a:lstStyle/>
        <a:p>
          <a:endParaRPr lang="en-US"/>
        </a:p>
      </dgm:t>
    </dgm:pt>
    <dgm:pt modelId="{7A55C7E0-B7A6-400C-B109-13F57660ACA8}" type="sibTrans" cxnId="{03FE9261-8414-43B5-A537-2B2EA9E4339F}">
      <dgm:prSet/>
      <dgm:spPr/>
      <dgm:t>
        <a:bodyPr/>
        <a:lstStyle/>
        <a:p>
          <a:endParaRPr lang="en-US"/>
        </a:p>
      </dgm:t>
    </dgm:pt>
    <dgm:pt modelId="{D3A41B67-A86B-492D-918C-FAC32FC396A8}">
      <dgm:prSet/>
      <dgm:spPr/>
      <dgm:t>
        <a:bodyPr/>
        <a:lstStyle/>
        <a:p>
          <a:r>
            <a:rPr lang="en-US"/>
            <a:t>• Node.js + Express (Backend)</a:t>
          </a:r>
        </a:p>
      </dgm:t>
    </dgm:pt>
    <dgm:pt modelId="{CB8BA609-DB0C-40C6-B781-A5334CB09380}" type="parTrans" cxnId="{B11B8D45-B001-4A30-91CB-1218215604CC}">
      <dgm:prSet/>
      <dgm:spPr/>
      <dgm:t>
        <a:bodyPr/>
        <a:lstStyle/>
        <a:p>
          <a:endParaRPr lang="en-US"/>
        </a:p>
      </dgm:t>
    </dgm:pt>
    <dgm:pt modelId="{58BE9815-AA1D-45FC-BAAD-5D38364FD10C}" type="sibTrans" cxnId="{B11B8D45-B001-4A30-91CB-1218215604CC}">
      <dgm:prSet/>
      <dgm:spPr/>
      <dgm:t>
        <a:bodyPr/>
        <a:lstStyle/>
        <a:p>
          <a:endParaRPr lang="en-US"/>
        </a:p>
      </dgm:t>
    </dgm:pt>
    <dgm:pt modelId="{2E9EEDFD-4BEB-40D6-9FFC-42EFC5FC284F}">
      <dgm:prSet/>
      <dgm:spPr/>
      <dgm:t>
        <a:bodyPr/>
        <a:lstStyle/>
        <a:p>
          <a:r>
            <a:rPr lang="en-US"/>
            <a:t>• MongoDB Atlas (Base de datos)</a:t>
          </a:r>
        </a:p>
      </dgm:t>
    </dgm:pt>
    <dgm:pt modelId="{393FEB8B-24D5-46FB-A59B-1BBFDB58C803}" type="parTrans" cxnId="{1F36B554-2BF9-4C3A-8F49-F32CBF2B41AB}">
      <dgm:prSet/>
      <dgm:spPr/>
      <dgm:t>
        <a:bodyPr/>
        <a:lstStyle/>
        <a:p>
          <a:endParaRPr lang="en-US"/>
        </a:p>
      </dgm:t>
    </dgm:pt>
    <dgm:pt modelId="{7D20673F-6FDC-4A6C-B3F7-2447FDAD5B22}" type="sibTrans" cxnId="{1F36B554-2BF9-4C3A-8F49-F32CBF2B41AB}">
      <dgm:prSet/>
      <dgm:spPr/>
      <dgm:t>
        <a:bodyPr/>
        <a:lstStyle/>
        <a:p>
          <a:endParaRPr lang="en-US"/>
        </a:p>
      </dgm:t>
    </dgm:pt>
    <dgm:pt modelId="{4FA7F7F4-A874-41A5-A138-72311E1780CB}">
      <dgm:prSet/>
      <dgm:spPr/>
      <dgm:t>
        <a:bodyPr/>
        <a:lstStyle/>
        <a:p>
          <a:r>
            <a:rPr lang="en-US"/>
            <a:t>• Firebase Storage (PDFs)</a:t>
          </a:r>
        </a:p>
      </dgm:t>
    </dgm:pt>
    <dgm:pt modelId="{458CB316-0C1F-480D-BA12-C67CEB65C362}" type="parTrans" cxnId="{D2B9C422-8ED6-42AD-AF73-12BA7FD0364F}">
      <dgm:prSet/>
      <dgm:spPr/>
      <dgm:t>
        <a:bodyPr/>
        <a:lstStyle/>
        <a:p>
          <a:endParaRPr lang="en-US"/>
        </a:p>
      </dgm:t>
    </dgm:pt>
    <dgm:pt modelId="{74EAA346-798C-487C-94B4-E2A6F38D151E}" type="sibTrans" cxnId="{D2B9C422-8ED6-42AD-AF73-12BA7FD0364F}">
      <dgm:prSet/>
      <dgm:spPr/>
      <dgm:t>
        <a:bodyPr/>
        <a:lstStyle/>
        <a:p>
          <a:endParaRPr lang="en-US"/>
        </a:p>
      </dgm:t>
    </dgm:pt>
    <dgm:pt modelId="{F8DB5C08-B939-475D-9870-B782383BA505}">
      <dgm:prSet/>
      <dgm:spPr/>
      <dgm:t>
        <a:bodyPr/>
        <a:lstStyle/>
        <a:p>
          <a:r>
            <a:rPr lang="en-US"/>
            <a:t>• Git/GitHub (Control de versiones)</a:t>
          </a:r>
        </a:p>
      </dgm:t>
    </dgm:pt>
    <dgm:pt modelId="{1099B0B1-228D-4347-A435-86701A1CB3A4}" type="parTrans" cxnId="{E2FB715D-8FE9-43A0-919D-6B669E02C8CE}">
      <dgm:prSet/>
      <dgm:spPr/>
      <dgm:t>
        <a:bodyPr/>
        <a:lstStyle/>
        <a:p>
          <a:endParaRPr lang="en-US"/>
        </a:p>
      </dgm:t>
    </dgm:pt>
    <dgm:pt modelId="{9E5DF365-468A-43F1-823A-ED9CA534B94B}" type="sibTrans" cxnId="{E2FB715D-8FE9-43A0-919D-6B669E02C8CE}">
      <dgm:prSet/>
      <dgm:spPr/>
      <dgm:t>
        <a:bodyPr/>
        <a:lstStyle/>
        <a:p>
          <a:endParaRPr lang="en-US"/>
        </a:p>
      </dgm:t>
    </dgm:pt>
    <dgm:pt modelId="{063C3324-C728-462B-BC6A-88170AD56F37}">
      <dgm:prSet/>
      <dgm:spPr/>
      <dgm:t>
        <a:bodyPr/>
        <a:lstStyle/>
        <a:p>
          <a:r>
            <a:rPr lang="en-US"/>
            <a:t>Arquitectura distribuida.</a:t>
          </a:r>
        </a:p>
      </dgm:t>
    </dgm:pt>
    <dgm:pt modelId="{74275070-1ABB-422D-98EA-D1DF784A347F}" type="parTrans" cxnId="{CB2AD93B-FBDA-4F2C-9D13-540E1526B4AB}">
      <dgm:prSet/>
      <dgm:spPr/>
      <dgm:t>
        <a:bodyPr/>
        <a:lstStyle/>
        <a:p>
          <a:endParaRPr lang="en-US"/>
        </a:p>
      </dgm:t>
    </dgm:pt>
    <dgm:pt modelId="{82B464E5-AAA8-4C58-80B3-303DEB6FFD54}" type="sibTrans" cxnId="{CB2AD93B-FBDA-4F2C-9D13-540E1526B4AB}">
      <dgm:prSet/>
      <dgm:spPr/>
      <dgm:t>
        <a:bodyPr/>
        <a:lstStyle/>
        <a:p>
          <a:endParaRPr lang="en-US"/>
        </a:p>
      </dgm:t>
    </dgm:pt>
    <dgm:pt modelId="{B61951AE-D123-4E6E-96F1-68294B1A33DB}" type="pres">
      <dgm:prSet presAssocID="{1B406D02-C0C4-4468-957C-E950D63F6F0A}" presName="root" presStyleCnt="0">
        <dgm:presLayoutVars>
          <dgm:dir/>
          <dgm:resizeHandles val="exact"/>
        </dgm:presLayoutVars>
      </dgm:prSet>
      <dgm:spPr/>
    </dgm:pt>
    <dgm:pt modelId="{E05D10DD-40CD-4E95-B7ED-38CC10866BFA}" type="pres">
      <dgm:prSet presAssocID="{CECC3C56-464E-47CA-8BA1-16423E8FC607}" presName="compNode" presStyleCnt="0"/>
      <dgm:spPr/>
    </dgm:pt>
    <dgm:pt modelId="{A0914DCB-37B8-4175-8B7A-58FF9BB05233}" type="pres">
      <dgm:prSet presAssocID="{CECC3C56-464E-47CA-8BA1-16423E8FC60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059A204-5858-4DA4-ADC0-952C58C7747A}" type="pres">
      <dgm:prSet presAssocID="{CECC3C56-464E-47CA-8BA1-16423E8FC607}" presName="spaceRect" presStyleCnt="0"/>
      <dgm:spPr/>
    </dgm:pt>
    <dgm:pt modelId="{1ACBEEFD-D62D-4D6F-A3DA-382DA2050A89}" type="pres">
      <dgm:prSet presAssocID="{CECC3C56-464E-47CA-8BA1-16423E8FC607}" presName="textRect" presStyleLbl="revTx" presStyleIdx="0" presStyleCnt="7">
        <dgm:presLayoutVars>
          <dgm:chMax val="1"/>
          <dgm:chPref val="1"/>
        </dgm:presLayoutVars>
      </dgm:prSet>
      <dgm:spPr/>
    </dgm:pt>
    <dgm:pt modelId="{8F2B6A66-9B0D-4E10-9AFD-746080266583}" type="pres">
      <dgm:prSet presAssocID="{7575995F-C807-4E6A-A447-D406CF067345}" presName="sibTrans" presStyleCnt="0"/>
      <dgm:spPr/>
    </dgm:pt>
    <dgm:pt modelId="{07FAE1F1-7A2F-4A47-A95E-1263C0C401DD}" type="pres">
      <dgm:prSet presAssocID="{F0D88ECF-ED68-431C-88F9-C05F7723EC9A}" presName="compNode" presStyleCnt="0"/>
      <dgm:spPr/>
    </dgm:pt>
    <dgm:pt modelId="{C3357B4C-B89C-4827-9301-2755F41BAC52}" type="pres">
      <dgm:prSet presAssocID="{F0D88ECF-ED68-431C-88F9-C05F7723EC9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ibrí"/>
        </a:ext>
      </dgm:extLst>
    </dgm:pt>
    <dgm:pt modelId="{93ADC136-2F38-40EC-A8FF-A66E85DC91BA}" type="pres">
      <dgm:prSet presAssocID="{F0D88ECF-ED68-431C-88F9-C05F7723EC9A}" presName="spaceRect" presStyleCnt="0"/>
      <dgm:spPr/>
    </dgm:pt>
    <dgm:pt modelId="{93B894C0-70BB-47CE-879A-DAF6AC0FA835}" type="pres">
      <dgm:prSet presAssocID="{F0D88ECF-ED68-431C-88F9-C05F7723EC9A}" presName="textRect" presStyleLbl="revTx" presStyleIdx="1" presStyleCnt="7">
        <dgm:presLayoutVars>
          <dgm:chMax val="1"/>
          <dgm:chPref val="1"/>
        </dgm:presLayoutVars>
      </dgm:prSet>
      <dgm:spPr/>
    </dgm:pt>
    <dgm:pt modelId="{B1F4711B-61E2-424C-83E8-B637F1606E71}" type="pres">
      <dgm:prSet presAssocID="{7A55C7E0-B7A6-400C-B109-13F57660ACA8}" presName="sibTrans" presStyleCnt="0"/>
      <dgm:spPr/>
    </dgm:pt>
    <dgm:pt modelId="{1EADAEF4-62BE-40D4-8CCC-66266BD2656A}" type="pres">
      <dgm:prSet presAssocID="{D3A41B67-A86B-492D-918C-FAC32FC396A8}" presName="compNode" presStyleCnt="0"/>
      <dgm:spPr/>
    </dgm:pt>
    <dgm:pt modelId="{1D730169-01C3-4553-9A31-B2138E11AFFA}" type="pres">
      <dgm:prSet presAssocID="{D3A41B67-A86B-492D-918C-FAC32FC396A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0189F91C-A07E-46BE-8615-647FB634CF77}" type="pres">
      <dgm:prSet presAssocID="{D3A41B67-A86B-492D-918C-FAC32FC396A8}" presName="spaceRect" presStyleCnt="0"/>
      <dgm:spPr/>
    </dgm:pt>
    <dgm:pt modelId="{EC486797-DF0A-4225-BF15-A358A661E315}" type="pres">
      <dgm:prSet presAssocID="{D3A41B67-A86B-492D-918C-FAC32FC396A8}" presName="textRect" presStyleLbl="revTx" presStyleIdx="2" presStyleCnt="7">
        <dgm:presLayoutVars>
          <dgm:chMax val="1"/>
          <dgm:chPref val="1"/>
        </dgm:presLayoutVars>
      </dgm:prSet>
      <dgm:spPr/>
    </dgm:pt>
    <dgm:pt modelId="{E942FE5C-4600-420E-86FF-DCC6BFDD35F5}" type="pres">
      <dgm:prSet presAssocID="{58BE9815-AA1D-45FC-BAAD-5D38364FD10C}" presName="sibTrans" presStyleCnt="0"/>
      <dgm:spPr/>
    </dgm:pt>
    <dgm:pt modelId="{78DE33B1-3CAF-44CD-BE61-7A5F7366D3B9}" type="pres">
      <dgm:prSet presAssocID="{2E9EEDFD-4BEB-40D6-9FFC-42EFC5FC284F}" presName="compNode" presStyleCnt="0"/>
      <dgm:spPr/>
    </dgm:pt>
    <dgm:pt modelId="{31DE6E89-0EF9-4BDE-B6C2-AC2110D249E6}" type="pres">
      <dgm:prSet presAssocID="{2E9EEDFD-4BEB-40D6-9FFC-42EFC5FC284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7582B2C-A42F-4C54-B75C-16463495348E}" type="pres">
      <dgm:prSet presAssocID="{2E9EEDFD-4BEB-40D6-9FFC-42EFC5FC284F}" presName="spaceRect" presStyleCnt="0"/>
      <dgm:spPr/>
    </dgm:pt>
    <dgm:pt modelId="{A7D84AE9-F87E-4AF3-AF2D-FB2119104681}" type="pres">
      <dgm:prSet presAssocID="{2E9EEDFD-4BEB-40D6-9FFC-42EFC5FC284F}" presName="textRect" presStyleLbl="revTx" presStyleIdx="3" presStyleCnt="7">
        <dgm:presLayoutVars>
          <dgm:chMax val="1"/>
          <dgm:chPref val="1"/>
        </dgm:presLayoutVars>
      </dgm:prSet>
      <dgm:spPr/>
    </dgm:pt>
    <dgm:pt modelId="{07D04F9A-F356-4DCC-86D4-99B842C7D15B}" type="pres">
      <dgm:prSet presAssocID="{7D20673F-6FDC-4A6C-B3F7-2447FDAD5B22}" presName="sibTrans" presStyleCnt="0"/>
      <dgm:spPr/>
    </dgm:pt>
    <dgm:pt modelId="{00DDAE8A-23AF-4319-A982-45CE294C6CF9}" type="pres">
      <dgm:prSet presAssocID="{4FA7F7F4-A874-41A5-A138-72311E1780CB}" presName="compNode" presStyleCnt="0"/>
      <dgm:spPr/>
    </dgm:pt>
    <dgm:pt modelId="{5352DC31-84DE-43EF-8887-EB6315FDF679}" type="pres">
      <dgm:prSet presAssocID="{4FA7F7F4-A874-41A5-A138-72311E1780C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2533616-E2B0-44F2-9DF5-7F2C2976AD24}" type="pres">
      <dgm:prSet presAssocID="{4FA7F7F4-A874-41A5-A138-72311E1780CB}" presName="spaceRect" presStyleCnt="0"/>
      <dgm:spPr/>
    </dgm:pt>
    <dgm:pt modelId="{B59FBC21-D88C-453E-B827-E1EA0644A7FC}" type="pres">
      <dgm:prSet presAssocID="{4FA7F7F4-A874-41A5-A138-72311E1780CB}" presName="textRect" presStyleLbl="revTx" presStyleIdx="4" presStyleCnt="7">
        <dgm:presLayoutVars>
          <dgm:chMax val="1"/>
          <dgm:chPref val="1"/>
        </dgm:presLayoutVars>
      </dgm:prSet>
      <dgm:spPr/>
    </dgm:pt>
    <dgm:pt modelId="{98344FA8-5864-4D90-BBCF-7E2A67839BF4}" type="pres">
      <dgm:prSet presAssocID="{74EAA346-798C-487C-94B4-E2A6F38D151E}" presName="sibTrans" presStyleCnt="0"/>
      <dgm:spPr/>
    </dgm:pt>
    <dgm:pt modelId="{6C3444B2-4E13-4254-92DD-D89BCA0651E3}" type="pres">
      <dgm:prSet presAssocID="{F8DB5C08-B939-475D-9870-B782383BA505}" presName="compNode" presStyleCnt="0"/>
      <dgm:spPr/>
    </dgm:pt>
    <dgm:pt modelId="{90E0FC4E-EC92-4592-A800-71314E6B554A}" type="pres">
      <dgm:prSet presAssocID="{F8DB5C08-B939-475D-9870-B782383BA50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2B4B9E51-C4BF-46AF-8683-B2457ADF9E62}" type="pres">
      <dgm:prSet presAssocID="{F8DB5C08-B939-475D-9870-B782383BA505}" presName="spaceRect" presStyleCnt="0"/>
      <dgm:spPr/>
    </dgm:pt>
    <dgm:pt modelId="{1C3BE4FA-40E7-4203-934D-3662E2A831B0}" type="pres">
      <dgm:prSet presAssocID="{F8DB5C08-B939-475D-9870-B782383BA505}" presName="textRect" presStyleLbl="revTx" presStyleIdx="5" presStyleCnt="7">
        <dgm:presLayoutVars>
          <dgm:chMax val="1"/>
          <dgm:chPref val="1"/>
        </dgm:presLayoutVars>
      </dgm:prSet>
      <dgm:spPr/>
    </dgm:pt>
    <dgm:pt modelId="{A68D9412-6B23-4B32-BBB4-F282FFAACA57}" type="pres">
      <dgm:prSet presAssocID="{9E5DF365-468A-43F1-823A-ED9CA534B94B}" presName="sibTrans" presStyleCnt="0"/>
      <dgm:spPr/>
    </dgm:pt>
    <dgm:pt modelId="{3315AD7E-418E-4781-AB7D-40FF2BDFA21C}" type="pres">
      <dgm:prSet presAssocID="{063C3324-C728-462B-BC6A-88170AD56F37}" presName="compNode" presStyleCnt="0"/>
      <dgm:spPr/>
    </dgm:pt>
    <dgm:pt modelId="{27F23057-390A-40F2-8C3B-00E6904D0056}" type="pres">
      <dgm:prSet presAssocID="{063C3324-C728-462B-BC6A-88170AD56F3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66F64BED-A99E-44BB-A02F-CE7E35D45D50}" type="pres">
      <dgm:prSet presAssocID="{063C3324-C728-462B-BC6A-88170AD56F37}" presName="spaceRect" presStyleCnt="0"/>
      <dgm:spPr/>
    </dgm:pt>
    <dgm:pt modelId="{2C3FC589-0C62-4684-A195-31471A39CCBE}" type="pres">
      <dgm:prSet presAssocID="{063C3324-C728-462B-BC6A-88170AD56F3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CCCA102-0610-4470-8F75-C23C079549B4}" type="presOf" srcId="{063C3324-C728-462B-BC6A-88170AD56F37}" destId="{2C3FC589-0C62-4684-A195-31471A39CCBE}" srcOrd="0" destOrd="0" presId="urn:microsoft.com/office/officeart/2018/2/layout/IconLabelList"/>
    <dgm:cxn modelId="{D2B9C422-8ED6-42AD-AF73-12BA7FD0364F}" srcId="{1B406D02-C0C4-4468-957C-E950D63F6F0A}" destId="{4FA7F7F4-A874-41A5-A138-72311E1780CB}" srcOrd="4" destOrd="0" parTransId="{458CB316-0C1F-480D-BA12-C67CEB65C362}" sibTransId="{74EAA346-798C-487C-94B4-E2A6F38D151E}"/>
    <dgm:cxn modelId="{3C300329-7606-44C4-ABBB-C61D228FDBB2}" type="presOf" srcId="{1B406D02-C0C4-4468-957C-E950D63F6F0A}" destId="{B61951AE-D123-4E6E-96F1-68294B1A33DB}" srcOrd="0" destOrd="0" presId="urn:microsoft.com/office/officeart/2018/2/layout/IconLabelList"/>
    <dgm:cxn modelId="{CB2AD93B-FBDA-4F2C-9D13-540E1526B4AB}" srcId="{1B406D02-C0C4-4468-957C-E950D63F6F0A}" destId="{063C3324-C728-462B-BC6A-88170AD56F37}" srcOrd="6" destOrd="0" parTransId="{74275070-1ABB-422D-98EA-D1DF784A347F}" sibTransId="{82B464E5-AAA8-4C58-80B3-303DEB6FFD54}"/>
    <dgm:cxn modelId="{E2FB715D-8FE9-43A0-919D-6B669E02C8CE}" srcId="{1B406D02-C0C4-4468-957C-E950D63F6F0A}" destId="{F8DB5C08-B939-475D-9870-B782383BA505}" srcOrd="5" destOrd="0" parTransId="{1099B0B1-228D-4347-A435-86701A1CB3A4}" sibTransId="{9E5DF365-468A-43F1-823A-ED9CA534B94B}"/>
    <dgm:cxn modelId="{03FE9261-8414-43B5-A537-2B2EA9E4339F}" srcId="{1B406D02-C0C4-4468-957C-E950D63F6F0A}" destId="{F0D88ECF-ED68-431C-88F9-C05F7723EC9A}" srcOrd="1" destOrd="0" parTransId="{B81B5224-3BED-46AC-9506-2D00D10CDF14}" sibTransId="{7A55C7E0-B7A6-400C-B109-13F57660ACA8}"/>
    <dgm:cxn modelId="{B11B8D45-B001-4A30-91CB-1218215604CC}" srcId="{1B406D02-C0C4-4468-957C-E950D63F6F0A}" destId="{D3A41B67-A86B-492D-918C-FAC32FC396A8}" srcOrd="2" destOrd="0" parTransId="{CB8BA609-DB0C-40C6-B781-A5334CB09380}" sibTransId="{58BE9815-AA1D-45FC-BAAD-5D38364FD10C}"/>
    <dgm:cxn modelId="{94D5B365-2192-40C6-9DF8-E2BD2B6D705A}" type="presOf" srcId="{F0D88ECF-ED68-431C-88F9-C05F7723EC9A}" destId="{93B894C0-70BB-47CE-879A-DAF6AC0FA835}" srcOrd="0" destOrd="0" presId="urn:microsoft.com/office/officeart/2018/2/layout/IconLabelList"/>
    <dgm:cxn modelId="{1F36B554-2BF9-4C3A-8F49-F32CBF2B41AB}" srcId="{1B406D02-C0C4-4468-957C-E950D63F6F0A}" destId="{2E9EEDFD-4BEB-40D6-9FFC-42EFC5FC284F}" srcOrd="3" destOrd="0" parTransId="{393FEB8B-24D5-46FB-A59B-1BBFDB58C803}" sibTransId="{7D20673F-6FDC-4A6C-B3F7-2447FDAD5B22}"/>
    <dgm:cxn modelId="{75597680-9CA6-4E8E-8ECF-E1960F97DADC}" type="presOf" srcId="{D3A41B67-A86B-492D-918C-FAC32FC396A8}" destId="{EC486797-DF0A-4225-BF15-A358A661E315}" srcOrd="0" destOrd="0" presId="urn:microsoft.com/office/officeart/2018/2/layout/IconLabelList"/>
    <dgm:cxn modelId="{E54CED9B-D834-4453-92BD-3ECC13A6D9C8}" type="presOf" srcId="{CECC3C56-464E-47CA-8BA1-16423E8FC607}" destId="{1ACBEEFD-D62D-4D6F-A3DA-382DA2050A89}" srcOrd="0" destOrd="0" presId="urn:microsoft.com/office/officeart/2018/2/layout/IconLabelList"/>
    <dgm:cxn modelId="{F5EBBBA1-E869-4F02-A380-37ECDF6D34D2}" type="presOf" srcId="{2E9EEDFD-4BEB-40D6-9FFC-42EFC5FC284F}" destId="{A7D84AE9-F87E-4AF3-AF2D-FB2119104681}" srcOrd="0" destOrd="0" presId="urn:microsoft.com/office/officeart/2018/2/layout/IconLabelList"/>
    <dgm:cxn modelId="{5C5842A7-5C86-43D2-8E1D-1E5312E3A12C}" srcId="{1B406D02-C0C4-4468-957C-E950D63F6F0A}" destId="{CECC3C56-464E-47CA-8BA1-16423E8FC607}" srcOrd="0" destOrd="0" parTransId="{2F61641C-5625-4428-9A9D-4975BABA5D10}" sibTransId="{7575995F-C807-4E6A-A447-D406CF067345}"/>
    <dgm:cxn modelId="{310043B0-CE37-4628-95C1-F1CDE49AB78E}" type="presOf" srcId="{4FA7F7F4-A874-41A5-A138-72311E1780CB}" destId="{B59FBC21-D88C-453E-B827-E1EA0644A7FC}" srcOrd="0" destOrd="0" presId="urn:microsoft.com/office/officeart/2018/2/layout/IconLabelList"/>
    <dgm:cxn modelId="{6C3554F1-1D79-4756-826E-EB9EED6E20E1}" type="presOf" srcId="{F8DB5C08-B939-475D-9870-B782383BA505}" destId="{1C3BE4FA-40E7-4203-934D-3662E2A831B0}" srcOrd="0" destOrd="0" presId="urn:microsoft.com/office/officeart/2018/2/layout/IconLabelList"/>
    <dgm:cxn modelId="{BA2C013B-9A69-4021-A250-0F6B4B3DAD74}" type="presParOf" srcId="{B61951AE-D123-4E6E-96F1-68294B1A33DB}" destId="{E05D10DD-40CD-4E95-B7ED-38CC10866BFA}" srcOrd="0" destOrd="0" presId="urn:microsoft.com/office/officeart/2018/2/layout/IconLabelList"/>
    <dgm:cxn modelId="{A8EBA354-F316-4303-80C0-E0FA3CBAC604}" type="presParOf" srcId="{E05D10DD-40CD-4E95-B7ED-38CC10866BFA}" destId="{A0914DCB-37B8-4175-8B7A-58FF9BB05233}" srcOrd="0" destOrd="0" presId="urn:microsoft.com/office/officeart/2018/2/layout/IconLabelList"/>
    <dgm:cxn modelId="{8A2871DF-87CA-411D-88D0-0AD8EE58BED5}" type="presParOf" srcId="{E05D10DD-40CD-4E95-B7ED-38CC10866BFA}" destId="{5059A204-5858-4DA4-ADC0-952C58C7747A}" srcOrd="1" destOrd="0" presId="urn:microsoft.com/office/officeart/2018/2/layout/IconLabelList"/>
    <dgm:cxn modelId="{A7535D5A-A7B3-444A-AB08-3DA86A38980E}" type="presParOf" srcId="{E05D10DD-40CD-4E95-B7ED-38CC10866BFA}" destId="{1ACBEEFD-D62D-4D6F-A3DA-382DA2050A89}" srcOrd="2" destOrd="0" presId="urn:microsoft.com/office/officeart/2018/2/layout/IconLabelList"/>
    <dgm:cxn modelId="{CF63AA9F-01AD-40BE-98E1-2DA12E353407}" type="presParOf" srcId="{B61951AE-D123-4E6E-96F1-68294B1A33DB}" destId="{8F2B6A66-9B0D-4E10-9AFD-746080266583}" srcOrd="1" destOrd="0" presId="urn:microsoft.com/office/officeart/2018/2/layout/IconLabelList"/>
    <dgm:cxn modelId="{050AB220-34E2-4FFF-B6B9-3EA09C2FDA5F}" type="presParOf" srcId="{B61951AE-D123-4E6E-96F1-68294B1A33DB}" destId="{07FAE1F1-7A2F-4A47-A95E-1263C0C401DD}" srcOrd="2" destOrd="0" presId="urn:microsoft.com/office/officeart/2018/2/layout/IconLabelList"/>
    <dgm:cxn modelId="{B4E54F4C-4F0B-40E4-8B1C-917F6D9BB11E}" type="presParOf" srcId="{07FAE1F1-7A2F-4A47-A95E-1263C0C401DD}" destId="{C3357B4C-B89C-4827-9301-2755F41BAC52}" srcOrd="0" destOrd="0" presId="urn:microsoft.com/office/officeart/2018/2/layout/IconLabelList"/>
    <dgm:cxn modelId="{EDFB6167-0FF5-47F2-BE8D-A407150662B0}" type="presParOf" srcId="{07FAE1F1-7A2F-4A47-A95E-1263C0C401DD}" destId="{93ADC136-2F38-40EC-A8FF-A66E85DC91BA}" srcOrd="1" destOrd="0" presId="urn:microsoft.com/office/officeart/2018/2/layout/IconLabelList"/>
    <dgm:cxn modelId="{DAAD6016-B3FC-4459-A8CB-1FB93CDB6C1E}" type="presParOf" srcId="{07FAE1F1-7A2F-4A47-A95E-1263C0C401DD}" destId="{93B894C0-70BB-47CE-879A-DAF6AC0FA835}" srcOrd="2" destOrd="0" presId="urn:microsoft.com/office/officeart/2018/2/layout/IconLabelList"/>
    <dgm:cxn modelId="{0BE53CDD-3F7A-47DC-9D1B-89B981A740A0}" type="presParOf" srcId="{B61951AE-D123-4E6E-96F1-68294B1A33DB}" destId="{B1F4711B-61E2-424C-83E8-B637F1606E71}" srcOrd="3" destOrd="0" presId="urn:microsoft.com/office/officeart/2018/2/layout/IconLabelList"/>
    <dgm:cxn modelId="{E88B696B-579F-46D7-9943-6A1FCB0217FA}" type="presParOf" srcId="{B61951AE-D123-4E6E-96F1-68294B1A33DB}" destId="{1EADAEF4-62BE-40D4-8CCC-66266BD2656A}" srcOrd="4" destOrd="0" presId="urn:microsoft.com/office/officeart/2018/2/layout/IconLabelList"/>
    <dgm:cxn modelId="{D9B08518-A6B9-4BA5-BEC2-B955A678EEF4}" type="presParOf" srcId="{1EADAEF4-62BE-40D4-8CCC-66266BD2656A}" destId="{1D730169-01C3-4553-9A31-B2138E11AFFA}" srcOrd="0" destOrd="0" presId="urn:microsoft.com/office/officeart/2018/2/layout/IconLabelList"/>
    <dgm:cxn modelId="{46A529B7-B150-4904-A020-CDA6B93D7660}" type="presParOf" srcId="{1EADAEF4-62BE-40D4-8CCC-66266BD2656A}" destId="{0189F91C-A07E-46BE-8615-647FB634CF77}" srcOrd="1" destOrd="0" presId="urn:microsoft.com/office/officeart/2018/2/layout/IconLabelList"/>
    <dgm:cxn modelId="{7542E6C3-2B7D-4817-9254-DAA0141ED767}" type="presParOf" srcId="{1EADAEF4-62BE-40D4-8CCC-66266BD2656A}" destId="{EC486797-DF0A-4225-BF15-A358A661E315}" srcOrd="2" destOrd="0" presId="urn:microsoft.com/office/officeart/2018/2/layout/IconLabelList"/>
    <dgm:cxn modelId="{4289E298-987C-4CD7-8B11-710A072D839F}" type="presParOf" srcId="{B61951AE-D123-4E6E-96F1-68294B1A33DB}" destId="{E942FE5C-4600-420E-86FF-DCC6BFDD35F5}" srcOrd="5" destOrd="0" presId="urn:microsoft.com/office/officeart/2018/2/layout/IconLabelList"/>
    <dgm:cxn modelId="{19552261-A6A4-464C-A8FE-3536296D141A}" type="presParOf" srcId="{B61951AE-D123-4E6E-96F1-68294B1A33DB}" destId="{78DE33B1-3CAF-44CD-BE61-7A5F7366D3B9}" srcOrd="6" destOrd="0" presId="urn:microsoft.com/office/officeart/2018/2/layout/IconLabelList"/>
    <dgm:cxn modelId="{1B9C85BA-F235-4F21-8E6E-BA43230B5BAC}" type="presParOf" srcId="{78DE33B1-3CAF-44CD-BE61-7A5F7366D3B9}" destId="{31DE6E89-0EF9-4BDE-B6C2-AC2110D249E6}" srcOrd="0" destOrd="0" presId="urn:microsoft.com/office/officeart/2018/2/layout/IconLabelList"/>
    <dgm:cxn modelId="{F6C14F29-0EAD-4C2A-91E6-D01DC0B17B6D}" type="presParOf" srcId="{78DE33B1-3CAF-44CD-BE61-7A5F7366D3B9}" destId="{77582B2C-A42F-4C54-B75C-16463495348E}" srcOrd="1" destOrd="0" presId="urn:microsoft.com/office/officeart/2018/2/layout/IconLabelList"/>
    <dgm:cxn modelId="{CA8C1664-70AA-4F87-83F4-E6A665A6E895}" type="presParOf" srcId="{78DE33B1-3CAF-44CD-BE61-7A5F7366D3B9}" destId="{A7D84AE9-F87E-4AF3-AF2D-FB2119104681}" srcOrd="2" destOrd="0" presId="urn:microsoft.com/office/officeart/2018/2/layout/IconLabelList"/>
    <dgm:cxn modelId="{D06C8C60-AB65-43C4-95BA-AAFC950BD760}" type="presParOf" srcId="{B61951AE-D123-4E6E-96F1-68294B1A33DB}" destId="{07D04F9A-F356-4DCC-86D4-99B842C7D15B}" srcOrd="7" destOrd="0" presId="urn:microsoft.com/office/officeart/2018/2/layout/IconLabelList"/>
    <dgm:cxn modelId="{D800C04E-AF44-41B1-BE3A-C0E60D34B8BC}" type="presParOf" srcId="{B61951AE-D123-4E6E-96F1-68294B1A33DB}" destId="{00DDAE8A-23AF-4319-A982-45CE294C6CF9}" srcOrd="8" destOrd="0" presId="urn:microsoft.com/office/officeart/2018/2/layout/IconLabelList"/>
    <dgm:cxn modelId="{0FB368B1-1C6A-40E1-A1D4-B55C4D9AE8D1}" type="presParOf" srcId="{00DDAE8A-23AF-4319-A982-45CE294C6CF9}" destId="{5352DC31-84DE-43EF-8887-EB6315FDF679}" srcOrd="0" destOrd="0" presId="urn:microsoft.com/office/officeart/2018/2/layout/IconLabelList"/>
    <dgm:cxn modelId="{D75A88D5-1EF8-4DDB-B85A-9A4BBA2BA715}" type="presParOf" srcId="{00DDAE8A-23AF-4319-A982-45CE294C6CF9}" destId="{22533616-E2B0-44F2-9DF5-7F2C2976AD24}" srcOrd="1" destOrd="0" presId="urn:microsoft.com/office/officeart/2018/2/layout/IconLabelList"/>
    <dgm:cxn modelId="{A0CEA4DF-C255-4402-BF9F-39CA743C2B46}" type="presParOf" srcId="{00DDAE8A-23AF-4319-A982-45CE294C6CF9}" destId="{B59FBC21-D88C-453E-B827-E1EA0644A7FC}" srcOrd="2" destOrd="0" presId="urn:microsoft.com/office/officeart/2018/2/layout/IconLabelList"/>
    <dgm:cxn modelId="{1BFBA8FB-6A56-43A4-9977-B859A3DD4C5F}" type="presParOf" srcId="{B61951AE-D123-4E6E-96F1-68294B1A33DB}" destId="{98344FA8-5864-4D90-BBCF-7E2A67839BF4}" srcOrd="9" destOrd="0" presId="urn:microsoft.com/office/officeart/2018/2/layout/IconLabelList"/>
    <dgm:cxn modelId="{335396FB-A3DD-4563-8784-5DF1251AE80D}" type="presParOf" srcId="{B61951AE-D123-4E6E-96F1-68294B1A33DB}" destId="{6C3444B2-4E13-4254-92DD-D89BCA0651E3}" srcOrd="10" destOrd="0" presId="urn:microsoft.com/office/officeart/2018/2/layout/IconLabelList"/>
    <dgm:cxn modelId="{00CBBE90-B5EF-4A7E-A683-F5F6F222E485}" type="presParOf" srcId="{6C3444B2-4E13-4254-92DD-D89BCA0651E3}" destId="{90E0FC4E-EC92-4592-A800-71314E6B554A}" srcOrd="0" destOrd="0" presId="urn:microsoft.com/office/officeart/2018/2/layout/IconLabelList"/>
    <dgm:cxn modelId="{F329C2DC-348F-4FAE-8098-572B123F962D}" type="presParOf" srcId="{6C3444B2-4E13-4254-92DD-D89BCA0651E3}" destId="{2B4B9E51-C4BF-46AF-8683-B2457ADF9E62}" srcOrd="1" destOrd="0" presId="urn:microsoft.com/office/officeart/2018/2/layout/IconLabelList"/>
    <dgm:cxn modelId="{B78588D8-9EEC-4FD3-A180-6572C3E67E78}" type="presParOf" srcId="{6C3444B2-4E13-4254-92DD-D89BCA0651E3}" destId="{1C3BE4FA-40E7-4203-934D-3662E2A831B0}" srcOrd="2" destOrd="0" presId="urn:microsoft.com/office/officeart/2018/2/layout/IconLabelList"/>
    <dgm:cxn modelId="{ED5EDA1C-7207-4FCF-B19A-F1F398280287}" type="presParOf" srcId="{B61951AE-D123-4E6E-96F1-68294B1A33DB}" destId="{A68D9412-6B23-4B32-BBB4-F282FFAACA57}" srcOrd="11" destOrd="0" presId="urn:microsoft.com/office/officeart/2018/2/layout/IconLabelList"/>
    <dgm:cxn modelId="{96544B61-1BDF-428A-AE13-252560A5DF56}" type="presParOf" srcId="{B61951AE-D123-4E6E-96F1-68294B1A33DB}" destId="{3315AD7E-418E-4781-AB7D-40FF2BDFA21C}" srcOrd="12" destOrd="0" presId="urn:microsoft.com/office/officeart/2018/2/layout/IconLabelList"/>
    <dgm:cxn modelId="{281199CB-1ED9-40FC-9AD3-D5B7BE180DEB}" type="presParOf" srcId="{3315AD7E-418E-4781-AB7D-40FF2BDFA21C}" destId="{27F23057-390A-40F2-8C3B-00E6904D0056}" srcOrd="0" destOrd="0" presId="urn:microsoft.com/office/officeart/2018/2/layout/IconLabelList"/>
    <dgm:cxn modelId="{A02034D0-5483-4C87-A01D-01F14FB9D80C}" type="presParOf" srcId="{3315AD7E-418E-4781-AB7D-40FF2BDFA21C}" destId="{66F64BED-A99E-44BB-A02F-CE7E35D45D50}" srcOrd="1" destOrd="0" presId="urn:microsoft.com/office/officeart/2018/2/layout/IconLabelList"/>
    <dgm:cxn modelId="{F99DD1CF-9F39-4F5F-8EA5-7648D59742D5}" type="presParOf" srcId="{3315AD7E-418E-4781-AB7D-40FF2BDFA21C}" destId="{2C3FC589-0C62-4684-A195-31471A39CC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FFEC34-6D9B-462B-A0DF-5F21BE866E9F}" type="doc">
      <dgm:prSet loTypeId="urn:microsoft.com/office/officeart/2005/8/layout/cycle3" loCatId="cycle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C5A5B4-74F3-4FD4-84AB-F43006FA1783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Infraestructura</a:t>
          </a:r>
          <a:r>
            <a:rPr lang="en-US" dirty="0">
              <a:solidFill>
                <a:schemeClr val="tx1"/>
              </a:solidFill>
            </a:rPr>
            <a:t>:</a:t>
          </a:r>
        </a:p>
      </dgm:t>
    </dgm:pt>
    <dgm:pt modelId="{72A0D532-BED3-4D2E-ADF9-8C93E95B2D22}" type="parTrans" cxnId="{A2B2DD27-8325-445E-B2FA-D90C60CC761F}">
      <dgm:prSet/>
      <dgm:spPr/>
      <dgm:t>
        <a:bodyPr/>
        <a:lstStyle/>
        <a:p>
          <a:endParaRPr lang="en-US"/>
        </a:p>
      </dgm:t>
    </dgm:pt>
    <dgm:pt modelId="{DFF2CAED-43E7-4F3A-9981-F13DF0246A48}" type="sibTrans" cxnId="{A2B2DD27-8325-445E-B2FA-D90C60CC761F}">
      <dgm:prSet/>
      <dgm:spPr/>
      <dgm:t>
        <a:bodyPr/>
        <a:lstStyle/>
        <a:p>
          <a:endParaRPr lang="en-US"/>
        </a:p>
      </dgm:t>
    </dgm:pt>
    <dgm:pt modelId="{CFEC367C-8236-4BAC-A5FC-264136B8906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MongoDB Atlas – Free Tier</a:t>
          </a:r>
        </a:p>
      </dgm:t>
    </dgm:pt>
    <dgm:pt modelId="{1D0E6633-C79B-44E9-BE45-C5A1B6808A19}" type="parTrans" cxnId="{A1BE0623-743C-46DF-BA8D-4D7FF6EB3900}">
      <dgm:prSet/>
      <dgm:spPr/>
      <dgm:t>
        <a:bodyPr/>
        <a:lstStyle/>
        <a:p>
          <a:endParaRPr lang="en-US"/>
        </a:p>
      </dgm:t>
    </dgm:pt>
    <dgm:pt modelId="{C7C642FE-1E42-4406-A1DA-FF15C7C96447}" type="sibTrans" cxnId="{A1BE0623-743C-46DF-BA8D-4D7FF6EB3900}">
      <dgm:prSet/>
      <dgm:spPr/>
      <dgm:t>
        <a:bodyPr/>
        <a:lstStyle/>
        <a:p>
          <a:endParaRPr lang="en-US"/>
        </a:p>
      </dgm:t>
    </dgm:pt>
    <dgm:pt modelId="{98F2489C-4528-4D0D-BCC8-ED9ED54F2E0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Firebase – Free Tier</a:t>
          </a:r>
        </a:p>
      </dgm:t>
    </dgm:pt>
    <dgm:pt modelId="{10530F14-173D-45AC-84AD-7D9F3E4246BE}" type="parTrans" cxnId="{C1BE5F78-C3E8-4F96-A6C6-8130A38A217F}">
      <dgm:prSet/>
      <dgm:spPr/>
      <dgm:t>
        <a:bodyPr/>
        <a:lstStyle/>
        <a:p>
          <a:endParaRPr lang="en-US"/>
        </a:p>
      </dgm:t>
    </dgm:pt>
    <dgm:pt modelId="{56893F91-3BF4-45E6-80EE-0FD89E6B4EED}" type="sibTrans" cxnId="{C1BE5F78-C3E8-4F96-A6C6-8130A38A217F}">
      <dgm:prSet/>
      <dgm:spPr/>
      <dgm:t>
        <a:bodyPr/>
        <a:lstStyle/>
        <a:p>
          <a:endParaRPr lang="en-US"/>
        </a:p>
      </dgm:t>
    </dgm:pt>
    <dgm:pt modelId="{E0520014-853D-4A9B-AEB1-641B1787BF42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Recursos</a:t>
          </a:r>
          <a:r>
            <a:rPr lang="en-US" dirty="0">
              <a:solidFill>
                <a:schemeClr val="tx1"/>
              </a:solidFill>
            </a:rPr>
            <a:t>:</a:t>
          </a:r>
        </a:p>
      </dgm:t>
    </dgm:pt>
    <dgm:pt modelId="{CABCB02B-83D7-4D2F-9B4A-E3844CFC1475}" type="parTrans" cxnId="{4885D159-D5C3-42A9-8D86-40827FC426E3}">
      <dgm:prSet/>
      <dgm:spPr/>
      <dgm:t>
        <a:bodyPr/>
        <a:lstStyle/>
        <a:p>
          <a:endParaRPr lang="en-US"/>
        </a:p>
      </dgm:t>
    </dgm:pt>
    <dgm:pt modelId="{1B7ACDD7-0A40-4638-BC99-EC9CA070FF4B}" type="sibTrans" cxnId="{4885D159-D5C3-42A9-8D86-40827FC426E3}">
      <dgm:prSet/>
      <dgm:spPr/>
      <dgm:t>
        <a:bodyPr/>
        <a:lstStyle/>
        <a:p>
          <a:endParaRPr lang="en-US"/>
        </a:p>
      </dgm:t>
    </dgm:pt>
    <dgm:pt modelId="{3ECD0E3D-93E1-435D-B9B3-3AB43FFE7D27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Desarrollo </a:t>
          </a:r>
          <a:r>
            <a:rPr lang="en-US" dirty="0" err="1">
              <a:solidFill>
                <a:schemeClr val="tx1"/>
              </a:solidFill>
            </a:rPr>
            <a:t>académico</a:t>
          </a:r>
          <a:r>
            <a:rPr lang="en-US" dirty="0">
              <a:solidFill>
                <a:schemeClr val="tx1"/>
              </a:solidFill>
            </a:rPr>
            <a:t> sin </a:t>
          </a:r>
          <a:r>
            <a:rPr lang="en-US" dirty="0" err="1">
              <a:solidFill>
                <a:schemeClr val="tx1"/>
              </a:solidFill>
            </a:rPr>
            <a:t>costo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621C3A37-1302-4972-B3DC-FB61092E0AFB}" type="parTrans" cxnId="{B25765BE-34B4-41D2-AFA5-39F908A4B803}">
      <dgm:prSet/>
      <dgm:spPr/>
      <dgm:t>
        <a:bodyPr/>
        <a:lstStyle/>
        <a:p>
          <a:endParaRPr lang="en-US"/>
        </a:p>
      </dgm:t>
    </dgm:pt>
    <dgm:pt modelId="{9E2999F0-9283-4386-9278-E6C3B3E0820F}" type="sibTrans" cxnId="{B25765BE-34B4-41D2-AFA5-39F908A4B803}">
      <dgm:prSet/>
      <dgm:spPr/>
      <dgm:t>
        <a:bodyPr/>
        <a:lstStyle/>
        <a:p>
          <a:endParaRPr lang="en-US"/>
        </a:p>
      </dgm:t>
    </dgm:pt>
    <dgm:pt modelId="{DB7D4383-0C07-442C-BBF7-6A9DC098CEA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Tiempo </a:t>
          </a:r>
          <a:r>
            <a:rPr lang="en-US" dirty="0" err="1">
              <a:solidFill>
                <a:schemeClr val="tx1"/>
              </a:solidFill>
            </a:rPr>
            <a:t>estimado</a:t>
          </a:r>
          <a:r>
            <a:rPr lang="en-US" dirty="0">
              <a:solidFill>
                <a:schemeClr val="tx1"/>
              </a:solidFill>
            </a:rPr>
            <a:t>: 120 horas.</a:t>
          </a:r>
        </a:p>
      </dgm:t>
    </dgm:pt>
    <dgm:pt modelId="{B16C2E6D-A656-46B6-AC4B-9E17750EA818}" type="parTrans" cxnId="{D5F8EB8B-58FD-4C0A-93D2-4D862521356A}">
      <dgm:prSet/>
      <dgm:spPr/>
      <dgm:t>
        <a:bodyPr/>
        <a:lstStyle/>
        <a:p>
          <a:endParaRPr lang="en-US"/>
        </a:p>
      </dgm:t>
    </dgm:pt>
    <dgm:pt modelId="{14E6560C-3524-4884-A13C-EDA6AA9411CD}" type="sibTrans" cxnId="{D5F8EB8B-58FD-4C0A-93D2-4D862521356A}">
      <dgm:prSet/>
      <dgm:spPr/>
      <dgm:t>
        <a:bodyPr/>
        <a:lstStyle/>
        <a:p>
          <a:endParaRPr lang="en-US"/>
        </a:p>
      </dgm:t>
    </dgm:pt>
    <dgm:pt modelId="{93BB9875-EDAB-4519-ACC8-588A5E294FB2}" type="pres">
      <dgm:prSet presAssocID="{98FFEC34-6D9B-462B-A0DF-5F21BE866E9F}" presName="Name0" presStyleCnt="0">
        <dgm:presLayoutVars>
          <dgm:dir/>
          <dgm:resizeHandles val="exact"/>
        </dgm:presLayoutVars>
      </dgm:prSet>
      <dgm:spPr/>
    </dgm:pt>
    <dgm:pt modelId="{88CA40BE-4F29-4AFC-94BD-5CD8D0C4F4E2}" type="pres">
      <dgm:prSet presAssocID="{98FFEC34-6D9B-462B-A0DF-5F21BE866E9F}" presName="cycle" presStyleCnt="0"/>
      <dgm:spPr/>
    </dgm:pt>
    <dgm:pt modelId="{149F93DB-C09B-43C4-A52C-FA58DCDDE522}" type="pres">
      <dgm:prSet presAssocID="{03C5A5B4-74F3-4FD4-84AB-F43006FA1783}" presName="nodeFirstNode" presStyleLbl="node1" presStyleIdx="0" presStyleCnt="6">
        <dgm:presLayoutVars>
          <dgm:bulletEnabled val="1"/>
        </dgm:presLayoutVars>
      </dgm:prSet>
      <dgm:spPr/>
    </dgm:pt>
    <dgm:pt modelId="{CB9346FF-A734-40F8-A0ED-34B4C89C4163}" type="pres">
      <dgm:prSet presAssocID="{DFF2CAED-43E7-4F3A-9981-F13DF0246A48}" presName="sibTransFirstNode" presStyleLbl="bgShp" presStyleIdx="0" presStyleCnt="1"/>
      <dgm:spPr/>
    </dgm:pt>
    <dgm:pt modelId="{9F599FA9-47B7-43CC-B395-F2F69E194329}" type="pres">
      <dgm:prSet presAssocID="{CFEC367C-8236-4BAC-A5FC-264136B89061}" presName="nodeFollowingNodes" presStyleLbl="node1" presStyleIdx="1" presStyleCnt="6">
        <dgm:presLayoutVars>
          <dgm:bulletEnabled val="1"/>
        </dgm:presLayoutVars>
      </dgm:prSet>
      <dgm:spPr/>
    </dgm:pt>
    <dgm:pt modelId="{058A5CC1-3710-4FBC-AA4E-7D5370D84D3C}" type="pres">
      <dgm:prSet presAssocID="{98F2489C-4528-4D0D-BCC8-ED9ED54F2E05}" presName="nodeFollowingNodes" presStyleLbl="node1" presStyleIdx="2" presStyleCnt="6">
        <dgm:presLayoutVars>
          <dgm:bulletEnabled val="1"/>
        </dgm:presLayoutVars>
      </dgm:prSet>
      <dgm:spPr/>
    </dgm:pt>
    <dgm:pt modelId="{B85A5E00-4F92-4065-BE1F-C4B0026837C4}" type="pres">
      <dgm:prSet presAssocID="{E0520014-853D-4A9B-AEB1-641B1787BF42}" presName="nodeFollowingNodes" presStyleLbl="node1" presStyleIdx="3" presStyleCnt="6">
        <dgm:presLayoutVars>
          <dgm:bulletEnabled val="1"/>
        </dgm:presLayoutVars>
      </dgm:prSet>
      <dgm:spPr/>
    </dgm:pt>
    <dgm:pt modelId="{13126149-8301-4469-9B3D-80ED1766FD3A}" type="pres">
      <dgm:prSet presAssocID="{3ECD0E3D-93E1-435D-B9B3-3AB43FFE7D27}" presName="nodeFollowingNodes" presStyleLbl="node1" presStyleIdx="4" presStyleCnt="6">
        <dgm:presLayoutVars>
          <dgm:bulletEnabled val="1"/>
        </dgm:presLayoutVars>
      </dgm:prSet>
      <dgm:spPr/>
    </dgm:pt>
    <dgm:pt modelId="{4291F541-2977-41C2-A220-A0D1B594C9FA}" type="pres">
      <dgm:prSet presAssocID="{DB7D4383-0C07-442C-BBF7-6A9DC098CEA3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0E826A05-B899-419D-8432-BDC6D19665F5}" type="presOf" srcId="{DB7D4383-0C07-442C-BBF7-6A9DC098CEA3}" destId="{4291F541-2977-41C2-A220-A0D1B594C9FA}" srcOrd="0" destOrd="0" presId="urn:microsoft.com/office/officeart/2005/8/layout/cycle3"/>
    <dgm:cxn modelId="{BE7AED12-2ADA-4895-BB38-2CEB1CC7308E}" type="presOf" srcId="{3ECD0E3D-93E1-435D-B9B3-3AB43FFE7D27}" destId="{13126149-8301-4469-9B3D-80ED1766FD3A}" srcOrd="0" destOrd="0" presId="urn:microsoft.com/office/officeart/2005/8/layout/cycle3"/>
    <dgm:cxn modelId="{AFC1F313-975A-481D-AD40-45DB236B5005}" type="presOf" srcId="{DFF2CAED-43E7-4F3A-9981-F13DF0246A48}" destId="{CB9346FF-A734-40F8-A0ED-34B4C89C4163}" srcOrd="0" destOrd="0" presId="urn:microsoft.com/office/officeart/2005/8/layout/cycle3"/>
    <dgm:cxn modelId="{2AC81117-25F3-415B-BA86-75D93333E79F}" type="presOf" srcId="{CFEC367C-8236-4BAC-A5FC-264136B89061}" destId="{9F599FA9-47B7-43CC-B395-F2F69E194329}" srcOrd="0" destOrd="0" presId="urn:microsoft.com/office/officeart/2005/8/layout/cycle3"/>
    <dgm:cxn modelId="{A1BE0623-743C-46DF-BA8D-4D7FF6EB3900}" srcId="{98FFEC34-6D9B-462B-A0DF-5F21BE866E9F}" destId="{CFEC367C-8236-4BAC-A5FC-264136B89061}" srcOrd="1" destOrd="0" parTransId="{1D0E6633-C79B-44E9-BE45-C5A1B6808A19}" sibTransId="{C7C642FE-1E42-4406-A1DA-FF15C7C96447}"/>
    <dgm:cxn modelId="{A2B2DD27-8325-445E-B2FA-D90C60CC761F}" srcId="{98FFEC34-6D9B-462B-A0DF-5F21BE866E9F}" destId="{03C5A5B4-74F3-4FD4-84AB-F43006FA1783}" srcOrd="0" destOrd="0" parTransId="{72A0D532-BED3-4D2E-ADF9-8C93E95B2D22}" sibTransId="{DFF2CAED-43E7-4F3A-9981-F13DF0246A48}"/>
    <dgm:cxn modelId="{4013713A-3C9C-4A16-9D6F-CC026D0AC6C1}" type="presOf" srcId="{98FFEC34-6D9B-462B-A0DF-5F21BE866E9F}" destId="{93BB9875-EDAB-4519-ACC8-588A5E294FB2}" srcOrd="0" destOrd="0" presId="urn:microsoft.com/office/officeart/2005/8/layout/cycle3"/>
    <dgm:cxn modelId="{6917EB5D-5DF1-4EA8-AB95-9CDE39D10FE1}" type="presOf" srcId="{E0520014-853D-4A9B-AEB1-641B1787BF42}" destId="{B85A5E00-4F92-4065-BE1F-C4B0026837C4}" srcOrd="0" destOrd="0" presId="urn:microsoft.com/office/officeart/2005/8/layout/cycle3"/>
    <dgm:cxn modelId="{C1BE5F78-C3E8-4F96-A6C6-8130A38A217F}" srcId="{98FFEC34-6D9B-462B-A0DF-5F21BE866E9F}" destId="{98F2489C-4528-4D0D-BCC8-ED9ED54F2E05}" srcOrd="2" destOrd="0" parTransId="{10530F14-173D-45AC-84AD-7D9F3E4246BE}" sibTransId="{56893F91-3BF4-45E6-80EE-0FD89E6B4EED}"/>
    <dgm:cxn modelId="{4885D159-D5C3-42A9-8D86-40827FC426E3}" srcId="{98FFEC34-6D9B-462B-A0DF-5F21BE866E9F}" destId="{E0520014-853D-4A9B-AEB1-641B1787BF42}" srcOrd="3" destOrd="0" parTransId="{CABCB02B-83D7-4D2F-9B4A-E3844CFC1475}" sibTransId="{1B7ACDD7-0A40-4638-BC99-EC9CA070FF4B}"/>
    <dgm:cxn modelId="{D5F8EB8B-58FD-4C0A-93D2-4D862521356A}" srcId="{98FFEC34-6D9B-462B-A0DF-5F21BE866E9F}" destId="{DB7D4383-0C07-442C-BBF7-6A9DC098CEA3}" srcOrd="5" destOrd="0" parTransId="{B16C2E6D-A656-46B6-AC4B-9E17750EA818}" sibTransId="{14E6560C-3524-4884-A13C-EDA6AA9411CD}"/>
    <dgm:cxn modelId="{F29518B1-3422-4D24-97BC-C813F6494384}" type="presOf" srcId="{98F2489C-4528-4D0D-BCC8-ED9ED54F2E05}" destId="{058A5CC1-3710-4FBC-AA4E-7D5370D84D3C}" srcOrd="0" destOrd="0" presId="urn:microsoft.com/office/officeart/2005/8/layout/cycle3"/>
    <dgm:cxn modelId="{B25765BE-34B4-41D2-AFA5-39F908A4B803}" srcId="{98FFEC34-6D9B-462B-A0DF-5F21BE866E9F}" destId="{3ECD0E3D-93E1-435D-B9B3-3AB43FFE7D27}" srcOrd="4" destOrd="0" parTransId="{621C3A37-1302-4972-B3DC-FB61092E0AFB}" sibTransId="{9E2999F0-9283-4386-9278-E6C3B3E0820F}"/>
    <dgm:cxn modelId="{08FCD7C8-26C2-42E1-90DF-CCCD2A72BD6B}" type="presOf" srcId="{03C5A5B4-74F3-4FD4-84AB-F43006FA1783}" destId="{149F93DB-C09B-43C4-A52C-FA58DCDDE522}" srcOrd="0" destOrd="0" presId="urn:microsoft.com/office/officeart/2005/8/layout/cycle3"/>
    <dgm:cxn modelId="{D3806D79-F3D7-435D-9602-19CC96867D20}" type="presParOf" srcId="{93BB9875-EDAB-4519-ACC8-588A5E294FB2}" destId="{88CA40BE-4F29-4AFC-94BD-5CD8D0C4F4E2}" srcOrd="0" destOrd="0" presId="urn:microsoft.com/office/officeart/2005/8/layout/cycle3"/>
    <dgm:cxn modelId="{21D1DE6E-4807-4448-8751-17FD29290AD8}" type="presParOf" srcId="{88CA40BE-4F29-4AFC-94BD-5CD8D0C4F4E2}" destId="{149F93DB-C09B-43C4-A52C-FA58DCDDE522}" srcOrd="0" destOrd="0" presId="urn:microsoft.com/office/officeart/2005/8/layout/cycle3"/>
    <dgm:cxn modelId="{7A5C140F-DDD5-4539-97F6-C5B5A7041056}" type="presParOf" srcId="{88CA40BE-4F29-4AFC-94BD-5CD8D0C4F4E2}" destId="{CB9346FF-A734-40F8-A0ED-34B4C89C4163}" srcOrd="1" destOrd="0" presId="urn:microsoft.com/office/officeart/2005/8/layout/cycle3"/>
    <dgm:cxn modelId="{E7FC40AC-935C-47FB-BBCC-D2C9D82F54B7}" type="presParOf" srcId="{88CA40BE-4F29-4AFC-94BD-5CD8D0C4F4E2}" destId="{9F599FA9-47B7-43CC-B395-F2F69E194329}" srcOrd="2" destOrd="0" presId="urn:microsoft.com/office/officeart/2005/8/layout/cycle3"/>
    <dgm:cxn modelId="{2AE4E6B9-E8BC-48A8-96CF-B491540E64FF}" type="presParOf" srcId="{88CA40BE-4F29-4AFC-94BD-5CD8D0C4F4E2}" destId="{058A5CC1-3710-4FBC-AA4E-7D5370D84D3C}" srcOrd="3" destOrd="0" presId="urn:microsoft.com/office/officeart/2005/8/layout/cycle3"/>
    <dgm:cxn modelId="{F2845F91-61B5-4CF7-B916-26CE98F18B41}" type="presParOf" srcId="{88CA40BE-4F29-4AFC-94BD-5CD8D0C4F4E2}" destId="{B85A5E00-4F92-4065-BE1F-C4B0026837C4}" srcOrd="4" destOrd="0" presId="urn:microsoft.com/office/officeart/2005/8/layout/cycle3"/>
    <dgm:cxn modelId="{6613DB73-526E-4252-9DBA-E7DC01ED0C5F}" type="presParOf" srcId="{88CA40BE-4F29-4AFC-94BD-5CD8D0C4F4E2}" destId="{13126149-8301-4469-9B3D-80ED1766FD3A}" srcOrd="5" destOrd="0" presId="urn:microsoft.com/office/officeart/2005/8/layout/cycle3"/>
    <dgm:cxn modelId="{D18B14C2-962E-4885-9022-C8D8977E672D}" type="presParOf" srcId="{88CA40BE-4F29-4AFC-94BD-5CD8D0C4F4E2}" destId="{4291F541-2977-41C2-A220-A0D1B594C9FA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CD26B4-522D-46C9-A484-02654E131E7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6CCE567-413B-4798-8C54-F130E6D16FC2}">
      <dgm:prSet/>
      <dgm:spPr/>
      <dgm:t>
        <a:bodyPr/>
        <a:lstStyle/>
        <a:p>
          <a:r>
            <a:rPr lang="en-US"/>
            <a:t>Carlos Daniel Culma – 50%</a:t>
          </a:r>
        </a:p>
      </dgm:t>
    </dgm:pt>
    <dgm:pt modelId="{4C48E75D-C7B6-433E-9CA1-EEBDA1C549E2}" type="parTrans" cxnId="{07AF92DF-D873-4163-8F7A-48A94FDB8638}">
      <dgm:prSet/>
      <dgm:spPr/>
      <dgm:t>
        <a:bodyPr/>
        <a:lstStyle/>
        <a:p>
          <a:endParaRPr lang="en-US"/>
        </a:p>
      </dgm:t>
    </dgm:pt>
    <dgm:pt modelId="{47DD5215-E835-4818-9802-7B344B69559B}" type="sibTrans" cxnId="{07AF92DF-D873-4163-8F7A-48A94FDB8638}">
      <dgm:prSet/>
      <dgm:spPr/>
      <dgm:t>
        <a:bodyPr/>
        <a:lstStyle/>
        <a:p>
          <a:endParaRPr lang="en-US"/>
        </a:p>
      </dgm:t>
    </dgm:pt>
    <dgm:pt modelId="{E1B67968-5E6D-4B53-85F3-6C8B3E5980A7}">
      <dgm:prSet/>
      <dgm:spPr/>
      <dgm:t>
        <a:bodyPr/>
        <a:lstStyle/>
        <a:p>
          <a:r>
            <a:rPr lang="en-US"/>
            <a:t>• Flutter, interfaz, chatbot, documentación.</a:t>
          </a:r>
        </a:p>
      </dgm:t>
    </dgm:pt>
    <dgm:pt modelId="{BD14014D-57AC-4E8A-AF2E-9CC774E16D9C}" type="parTrans" cxnId="{4C30F5F8-C1C9-458A-BB0B-E318E8B24437}">
      <dgm:prSet/>
      <dgm:spPr/>
      <dgm:t>
        <a:bodyPr/>
        <a:lstStyle/>
        <a:p>
          <a:endParaRPr lang="en-US"/>
        </a:p>
      </dgm:t>
    </dgm:pt>
    <dgm:pt modelId="{887F3259-8B0C-4DA5-9F92-122DEA82E915}" type="sibTrans" cxnId="{4C30F5F8-C1C9-458A-BB0B-E318E8B24437}">
      <dgm:prSet/>
      <dgm:spPr/>
      <dgm:t>
        <a:bodyPr/>
        <a:lstStyle/>
        <a:p>
          <a:endParaRPr lang="en-US"/>
        </a:p>
      </dgm:t>
    </dgm:pt>
    <dgm:pt modelId="{ADBA7FEB-F12C-4CB1-9495-30C32344A879}">
      <dgm:prSet/>
      <dgm:spPr/>
      <dgm:t>
        <a:bodyPr/>
        <a:lstStyle/>
        <a:p>
          <a:r>
            <a:rPr lang="en-US"/>
            <a:t>Johan Verjan – 50%</a:t>
          </a:r>
        </a:p>
      </dgm:t>
    </dgm:pt>
    <dgm:pt modelId="{055F2242-B6E4-41D4-B9E9-5E984418559C}" type="parTrans" cxnId="{4ADD4040-56AE-4026-8E67-F53013959427}">
      <dgm:prSet/>
      <dgm:spPr/>
      <dgm:t>
        <a:bodyPr/>
        <a:lstStyle/>
        <a:p>
          <a:endParaRPr lang="en-US"/>
        </a:p>
      </dgm:t>
    </dgm:pt>
    <dgm:pt modelId="{55C6E1FD-ED66-43B8-A6AD-9699CC2A19AB}" type="sibTrans" cxnId="{4ADD4040-56AE-4026-8E67-F53013959427}">
      <dgm:prSet/>
      <dgm:spPr/>
      <dgm:t>
        <a:bodyPr/>
        <a:lstStyle/>
        <a:p>
          <a:endParaRPr lang="en-US"/>
        </a:p>
      </dgm:t>
    </dgm:pt>
    <dgm:pt modelId="{1665047D-B195-4239-B4D2-22602B5836BE}">
      <dgm:prSet/>
      <dgm:spPr/>
      <dgm:t>
        <a:bodyPr/>
        <a:lstStyle/>
        <a:p>
          <a:r>
            <a:rPr lang="en-US"/>
            <a:t>• Backend Node.js, base de datos, despliegue.</a:t>
          </a:r>
        </a:p>
      </dgm:t>
    </dgm:pt>
    <dgm:pt modelId="{12758EA4-92D4-4505-ADF3-FAF732D49267}" type="parTrans" cxnId="{B3A2B867-60B1-4E5D-8FC3-5ACFA9B1D296}">
      <dgm:prSet/>
      <dgm:spPr/>
      <dgm:t>
        <a:bodyPr/>
        <a:lstStyle/>
        <a:p>
          <a:endParaRPr lang="en-US"/>
        </a:p>
      </dgm:t>
    </dgm:pt>
    <dgm:pt modelId="{7B22441A-36E5-4C2A-9DF9-1BE04719B9E8}" type="sibTrans" cxnId="{B3A2B867-60B1-4E5D-8FC3-5ACFA9B1D296}">
      <dgm:prSet/>
      <dgm:spPr/>
      <dgm:t>
        <a:bodyPr/>
        <a:lstStyle/>
        <a:p>
          <a:endParaRPr lang="en-US"/>
        </a:p>
      </dgm:t>
    </dgm:pt>
    <dgm:pt modelId="{F0991566-3E99-48A4-B310-FC89CC81F7C1}" type="pres">
      <dgm:prSet presAssocID="{8CCD26B4-522D-46C9-A484-02654E131E7E}" presName="vert0" presStyleCnt="0">
        <dgm:presLayoutVars>
          <dgm:dir/>
          <dgm:animOne val="branch"/>
          <dgm:animLvl val="lvl"/>
        </dgm:presLayoutVars>
      </dgm:prSet>
      <dgm:spPr/>
    </dgm:pt>
    <dgm:pt modelId="{7C23D9B6-2F1A-4B19-B981-06A96AFBECAA}" type="pres">
      <dgm:prSet presAssocID="{16CCE567-413B-4798-8C54-F130E6D16FC2}" presName="thickLine" presStyleLbl="alignNode1" presStyleIdx="0" presStyleCnt="4"/>
      <dgm:spPr/>
    </dgm:pt>
    <dgm:pt modelId="{7B4F3064-E278-4B14-A69B-0B70F09A2CB6}" type="pres">
      <dgm:prSet presAssocID="{16CCE567-413B-4798-8C54-F130E6D16FC2}" presName="horz1" presStyleCnt="0"/>
      <dgm:spPr/>
    </dgm:pt>
    <dgm:pt modelId="{F023FE66-DAF4-4A25-9698-C299212F3286}" type="pres">
      <dgm:prSet presAssocID="{16CCE567-413B-4798-8C54-F130E6D16FC2}" presName="tx1" presStyleLbl="revTx" presStyleIdx="0" presStyleCnt="4"/>
      <dgm:spPr/>
    </dgm:pt>
    <dgm:pt modelId="{9A19BC65-96EE-483A-92B2-B4DAAF87BE10}" type="pres">
      <dgm:prSet presAssocID="{16CCE567-413B-4798-8C54-F130E6D16FC2}" presName="vert1" presStyleCnt="0"/>
      <dgm:spPr/>
    </dgm:pt>
    <dgm:pt modelId="{324DD1B9-DE73-4072-A665-80F043E5D6F9}" type="pres">
      <dgm:prSet presAssocID="{E1B67968-5E6D-4B53-85F3-6C8B3E5980A7}" presName="thickLine" presStyleLbl="alignNode1" presStyleIdx="1" presStyleCnt="4"/>
      <dgm:spPr/>
    </dgm:pt>
    <dgm:pt modelId="{257A6F8F-F35D-424B-8C05-2F0ED41C7FA6}" type="pres">
      <dgm:prSet presAssocID="{E1B67968-5E6D-4B53-85F3-6C8B3E5980A7}" presName="horz1" presStyleCnt="0"/>
      <dgm:spPr/>
    </dgm:pt>
    <dgm:pt modelId="{DFDE6181-C24C-4149-A84E-0486D8334C2A}" type="pres">
      <dgm:prSet presAssocID="{E1B67968-5E6D-4B53-85F3-6C8B3E5980A7}" presName="tx1" presStyleLbl="revTx" presStyleIdx="1" presStyleCnt="4"/>
      <dgm:spPr/>
    </dgm:pt>
    <dgm:pt modelId="{D4C5B0AA-5DEA-48A2-A46C-09BFA73E17C2}" type="pres">
      <dgm:prSet presAssocID="{E1B67968-5E6D-4B53-85F3-6C8B3E5980A7}" presName="vert1" presStyleCnt="0"/>
      <dgm:spPr/>
    </dgm:pt>
    <dgm:pt modelId="{1A025885-0C82-4992-AB24-AA78C52B5885}" type="pres">
      <dgm:prSet presAssocID="{ADBA7FEB-F12C-4CB1-9495-30C32344A879}" presName="thickLine" presStyleLbl="alignNode1" presStyleIdx="2" presStyleCnt="4"/>
      <dgm:spPr/>
    </dgm:pt>
    <dgm:pt modelId="{99DE7FD6-54B1-4B64-A64C-A6DB70F7EF72}" type="pres">
      <dgm:prSet presAssocID="{ADBA7FEB-F12C-4CB1-9495-30C32344A879}" presName="horz1" presStyleCnt="0"/>
      <dgm:spPr/>
    </dgm:pt>
    <dgm:pt modelId="{AE44C766-012C-4641-9B98-272ACCFC0F0C}" type="pres">
      <dgm:prSet presAssocID="{ADBA7FEB-F12C-4CB1-9495-30C32344A879}" presName="tx1" presStyleLbl="revTx" presStyleIdx="2" presStyleCnt="4"/>
      <dgm:spPr/>
    </dgm:pt>
    <dgm:pt modelId="{A98CEF29-F713-4220-9E0F-B0EC08422508}" type="pres">
      <dgm:prSet presAssocID="{ADBA7FEB-F12C-4CB1-9495-30C32344A879}" presName="vert1" presStyleCnt="0"/>
      <dgm:spPr/>
    </dgm:pt>
    <dgm:pt modelId="{1A600F83-0769-47F2-85A0-3009FEBB3CCF}" type="pres">
      <dgm:prSet presAssocID="{1665047D-B195-4239-B4D2-22602B5836BE}" presName="thickLine" presStyleLbl="alignNode1" presStyleIdx="3" presStyleCnt="4"/>
      <dgm:spPr/>
    </dgm:pt>
    <dgm:pt modelId="{CB3FF6B0-D685-40D8-ABC5-5F69B1A44308}" type="pres">
      <dgm:prSet presAssocID="{1665047D-B195-4239-B4D2-22602B5836BE}" presName="horz1" presStyleCnt="0"/>
      <dgm:spPr/>
    </dgm:pt>
    <dgm:pt modelId="{ECF8ACD6-E201-4A07-BFF3-095EDD6A98B3}" type="pres">
      <dgm:prSet presAssocID="{1665047D-B195-4239-B4D2-22602B5836BE}" presName="tx1" presStyleLbl="revTx" presStyleIdx="3" presStyleCnt="4"/>
      <dgm:spPr/>
    </dgm:pt>
    <dgm:pt modelId="{8608E275-0F93-4C15-A8D3-98855CBD7922}" type="pres">
      <dgm:prSet presAssocID="{1665047D-B195-4239-B4D2-22602B5836BE}" presName="vert1" presStyleCnt="0"/>
      <dgm:spPr/>
    </dgm:pt>
  </dgm:ptLst>
  <dgm:cxnLst>
    <dgm:cxn modelId="{4ADD4040-56AE-4026-8E67-F53013959427}" srcId="{8CCD26B4-522D-46C9-A484-02654E131E7E}" destId="{ADBA7FEB-F12C-4CB1-9495-30C32344A879}" srcOrd="2" destOrd="0" parTransId="{055F2242-B6E4-41D4-B9E9-5E984418559C}" sibTransId="{55C6E1FD-ED66-43B8-A6AD-9699CC2A19AB}"/>
    <dgm:cxn modelId="{B3A2B867-60B1-4E5D-8FC3-5ACFA9B1D296}" srcId="{8CCD26B4-522D-46C9-A484-02654E131E7E}" destId="{1665047D-B195-4239-B4D2-22602B5836BE}" srcOrd="3" destOrd="0" parTransId="{12758EA4-92D4-4505-ADF3-FAF732D49267}" sibTransId="{7B22441A-36E5-4C2A-9DF9-1BE04719B9E8}"/>
    <dgm:cxn modelId="{6E6C4168-258D-4DDB-A4FD-B8C220202FE6}" type="presOf" srcId="{E1B67968-5E6D-4B53-85F3-6C8B3E5980A7}" destId="{DFDE6181-C24C-4149-A84E-0486D8334C2A}" srcOrd="0" destOrd="0" presId="urn:microsoft.com/office/officeart/2008/layout/LinedList"/>
    <dgm:cxn modelId="{400C5D4D-9947-4F4C-8569-CFBAB1D44CFD}" type="presOf" srcId="{ADBA7FEB-F12C-4CB1-9495-30C32344A879}" destId="{AE44C766-012C-4641-9B98-272ACCFC0F0C}" srcOrd="0" destOrd="0" presId="urn:microsoft.com/office/officeart/2008/layout/LinedList"/>
    <dgm:cxn modelId="{A3C0C78E-F1CB-491C-88FF-51CB50C1F9A5}" type="presOf" srcId="{8CCD26B4-522D-46C9-A484-02654E131E7E}" destId="{F0991566-3E99-48A4-B310-FC89CC81F7C1}" srcOrd="0" destOrd="0" presId="urn:microsoft.com/office/officeart/2008/layout/LinedList"/>
    <dgm:cxn modelId="{55EDD4D2-4FD3-439E-887A-18E3B4FD19B9}" type="presOf" srcId="{1665047D-B195-4239-B4D2-22602B5836BE}" destId="{ECF8ACD6-E201-4A07-BFF3-095EDD6A98B3}" srcOrd="0" destOrd="0" presId="urn:microsoft.com/office/officeart/2008/layout/LinedList"/>
    <dgm:cxn modelId="{D435A7DE-7C04-427D-924D-9142B7930E58}" type="presOf" srcId="{16CCE567-413B-4798-8C54-F130E6D16FC2}" destId="{F023FE66-DAF4-4A25-9698-C299212F3286}" srcOrd="0" destOrd="0" presId="urn:microsoft.com/office/officeart/2008/layout/LinedList"/>
    <dgm:cxn modelId="{07AF92DF-D873-4163-8F7A-48A94FDB8638}" srcId="{8CCD26B4-522D-46C9-A484-02654E131E7E}" destId="{16CCE567-413B-4798-8C54-F130E6D16FC2}" srcOrd="0" destOrd="0" parTransId="{4C48E75D-C7B6-433E-9CA1-EEBDA1C549E2}" sibTransId="{47DD5215-E835-4818-9802-7B344B69559B}"/>
    <dgm:cxn modelId="{4C30F5F8-C1C9-458A-BB0B-E318E8B24437}" srcId="{8CCD26B4-522D-46C9-A484-02654E131E7E}" destId="{E1B67968-5E6D-4B53-85F3-6C8B3E5980A7}" srcOrd="1" destOrd="0" parTransId="{BD14014D-57AC-4E8A-AF2E-9CC774E16D9C}" sibTransId="{887F3259-8B0C-4DA5-9F92-122DEA82E915}"/>
    <dgm:cxn modelId="{0CACCEA4-47D1-4D9F-8527-842766F32238}" type="presParOf" srcId="{F0991566-3E99-48A4-B310-FC89CC81F7C1}" destId="{7C23D9B6-2F1A-4B19-B981-06A96AFBECAA}" srcOrd="0" destOrd="0" presId="urn:microsoft.com/office/officeart/2008/layout/LinedList"/>
    <dgm:cxn modelId="{8D6AE82D-272D-4AD1-A991-7896D9062BBE}" type="presParOf" srcId="{F0991566-3E99-48A4-B310-FC89CC81F7C1}" destId="{7B4F3064-E278-4B14-A69B-0B70F09A2CB6}" srcOrd="1" destOrd="0" presId="urn:microsoft.com/office/officeart/2008/layout/LinedList"/>
    <dgm:cxn modelId="{E7058C27-A289-4355-B52C-6AA7D64F601E}" type="presParOf" srcId="{7B4F3064-E278-4B14-A69B-0B70F09A2CB6}" destId="{F023FE66-DAF4-4A25-9698-C299212F3286}" srcOrd="0" destOrd="0" presId="urn:microsoft.com/office/officeart/2008/layout/LinedList"/>
    <dgm:cxn modelId="{6D7D7E46-88C6-4F79-868A-3AD94757FDB3}" type="presParOf" srcId="{7B4F3064-E278-4B14-A69B-0B70F09A2CB6}" destId="{9A19BC65-96EE-483A-92B2-B4DAAF87BE10}" srcOrd="1" destOrd="0" presId="urn:microsoft.com/office/officeart/2008/layout/LinedList"/>
    <dgm:cxn modelId="{6EE19BF5-D944-43A5-83DC-52C5DFCE67CB}" type="presParOf" srcId="{F0991566-3E99-48A4-B310-FC89CC81F7C1}" destId="{324DD1B9-DE73-4072-A665-80F043E5D6F9}" srcOrd="2" destOrd="0" presId="urn:microsoft.com/office/officeart/2008/layout/LinedList"/>
    <dgm:cxn modelId="{D5E96781-6309-4D02-8E7B-88CA9B35A68C}" type="presParOf" srcId="{F0991566-3E99-48A4-B310-FC89CC81F7C1}" destId="{257A6F8F-F35D-424B-8C05-2F0ED41C7FA6}" srcOrd="3" destOrd="0" presId="urn:microsoft.com/office/officeart/2008/layout/LinedList"/>
    <dgm:cxn modelId="{2F8602DC-976B-4DC5-B91C-286C5EACB622}" type="presParOf" srcId="{257A6F8F-F35D-424B-8C05-2F0ED41C7FA6}" destId="{DFDE6181-C24C-4149-A84E-0486D8334C2A}" srcOrd="0" destOrd="0" presId="urn:microsoft.com/office/officeart/2008/layout/LinedList"/>
    <dgm:cxn modelId="{2920F43D-52E0-4518-B512-1EC641F2B5CF}" type="presParOf" srcId="{257A6F8F-F35D-424B-8C05-2F0ED41C7FA6}" destId="{D4C5B0AA-5DEA-48A2-A46C-09BFA73E17C2}" srcOrd="1" destOrd="0" presId="urn:microsoft.com/office/officeart/2008/layout/LinedList"/>
    <dgm:cxn modelId="{84603B2D-13CA-461B-8DB3-50D58EA27F6C}" type="presParOf" srcId="{F0991566-3E99-48A4-B310-FC89CC81F7C1}" destId="{1A025885-0C82-4992-AB24-AA78C52B5885}" srcOrd="4" destOrd="0" presId="urn:microsoft.com/office/officeart/2008/layout/LinedList"/>
    <dgm:cxn modelId="{B558828B-398B-4E7B-A1DC-5D4A683F529F}" type="presParOf" srcId="{F0991566-3E99-48A4-B310-FC89CC81F7C1}" destId="{99DE7FD6-54B1-4B64-A64C-A6DB70F7EF72}" srcOrd="5" destOrd="0" presId="urn:microsoft.com/office/officeart/2008/layout/LinedList"/>
    <dgm:cxn modelId="{9AEA1B86-C89A-4C89-9AF9-C525F68E8C43}" type="presParOf" srcId="{99DE7FD6-54B1-4B64-A64C-A6DB70F7EF72}" destId="{AE44C766-012C-4641-9B98-272ACCFC0F0C}" srcOrd="0" destOrd="0" presId="urn:microsoft.com/office/officeart/2008/layout/LinedList"/>
    <dgm:cxn modelId="{3EB18C5E-D90B-4C31-BAFD-1DB5B3975508}" type="presParOf" srcId="{99DE7FD6-54B1-4B64-A64C-A6DB70F7EF72}" destId="{A98CEF29-F713-4220-9E0F-B0EC08422508}" srcOrd="1" destOrd="0" presId="urn:microsoft.com/office/officeart/2008/layout/LinedList"/>
    <dgm:cxn modelId="{028B8F03-7AB5-42A6-922F-05BC082E1A8A}" type="presParOf" srcId="{F0991566-3E99-48A4-B310-FC89CC81F7C1}" destId="{1A600F83-0769-47F2-85A0-3009FEBB3CCF}" srcOrd="6" destOrd="0" presId="urn:microsoft.com/office/officeart/2008/layout/LinedList"/>
    <dgm:cxn modelId="{16582F87-1747-4F10-9943-E8F13447EBDC}" type="presParOf" srcId="{F0991566-3E99-48A4-B310-FC89CC81F7C1}" destId="{CB3FF6B0-D685-40D8-ABC5-5F69B1A44308}" srcOrd="7" destOrd="0" presId="urn:microsoft.com/office/officeart/2008/layout/LinedList"/>
    <dgm:cxn modelId="{9CE8FC75-5A87-47BE-9640-30AE4D2A5F7D}" type="presParOf" srcId="{CB3FF6B0-D685-40D8-ABC5-5F69B1A44308}" destId="{ECF8ACD6-E201-4A07-BFF3-095EDD6A98B3}" srcOrd="0" destOrd="0" presId="urn:microsoft.com/office/officeart/2008/layout/LinedList"/>
    <dgm:cxn modelId="{25A454E7-98F1-4485-81AB-E1A683B1ED5A}" type="presParOf" srcId="{CB3FF6B0-D685-40D8-ABC5-5F69B1A44308}" destId="{8608E275-0F93-4C15-A8D3-98855CBD79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48B395-F4CE-4D48-A0F0-B18BB649DA8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0E1D2E8-446C-47E4-8125-0463EC448D6A}">
      <dgm:prSet/>
      <dgm:spPr/>
      <dgm:t>
        <a:bodyPr/>
        <a:lstStyle/>
        <a:p>
          <a:pPr>
            <a:defRPr cap="all"/>
          </a:pPr>
          <a:r>
            <a:rPr lang="en-US"/>
            <a:t>• SIGE mejora la inducción institucional.</a:t>
          </a:r>
        </a:p>
      </dgm:t>
    </dgm:pt>
    <dgm:pt modelId="{47B3CB1E-A614-4908-A11D-C8D9B72A5CC5}" type="parTrans" cxnId="{344817EB-90B5-4C4A-B294-2A30A2432053}">
      <dgm:prSet/>
      <dgm:spPr/>
      <dgm:t>
        <a:bodyPr/>
        <a:lstStyle/>
        <a:p>
          <a:endParaRPr lang="en-US"/>
        </a:p>
      </dgm:t>
    </dgm:pt>
    <dgm:pt modelId="{929CD546-924E-4302-A9CE-D434912EEC09}" type="sibTrans" cxnId="{344817EB-90B5-4C4A-B294-2A30A2432053}">
      <dgm:prSet/>
      <dgm:spPr/>
      <dgm:t>
        <a:bodyPr/>
        <a:lstStyle/>
        <a:p>
          <a:endParaRPr lang="en-US"/>
        </a:p>
      </dgm:t>
    </dgm:pt>
    <dgm:pt modelId="{8F4092AF-593A-4A45-B79D-340EF75FB30B}">
      <dgm:prSet/>
      <dgm:spPr/>
      <dgm:t>
        <a:bodyPr/>
        <a:lstStyle/>
        <a:p>
          <a:pPr>
            <a:defRPr cap="all"/>
          </a:pPr>
          <a:r>
            <a:rPr lang="en-US"/>
            <a:t>• Digitaliza políticas y pilares.</a:t>
          </a:r>
        </a:p>
      </dgm:t>
    </dgm:pt>
    <dgm:pt modelId="{C74AC595-8A76-48D1-9C2E-67DEC8CEA39A}" type="parTrans" cxnId="{788F3D5E-9ED0-4FEC-8A24-ED916EA166FF}">
      <dgm:prSet/>
      <dgm:spPr/>
      <dgm:t>
        <a:bodyPr/>
        <a:lstStyle/>
        <a:p>
          <a:endParaRPr lang="en-US"/>
        </a:p>
      </dgm:t>
    </dgm:pt>
    <dgm:pt modelId="{D3E60497-360C-40CD-9804-0A3AFE520324}" type="sibTrans" cxnId="{788F3D5E-9ED0-4FEC-8A24-ED916EA166FF}">
      <dgm:prSet/>
      <dgm:spPr/>
      <dgm:t>
        <a:bodyPr/>
        <a:lstStyle/>
        <a:p>
          <a:endParaRPr lang="en-US"/>
        </a:p>
      </dgm:t>
    </dgm:pt>
    <dgm:pt modelId="{C64452BD-B1F4-4228-851F-2042EAFD1BB4}">
      <dgm:prSet/>
      <dgm:spPr/>
      <dgm:t>
        <a:bodyPr/>
        <a:lstStyle/>
        <a:p>
          <a:pPr>
            <a:defRPr cap="all"/>
          </a:pPr>
          <a:r>
            <a:rPr lang="en-US"/>
            <a:t>• Chatbot acompaña al usuario.</a:t>
          </a:r>
        </a:p>
      </dgm:t>
    </dgm:pt>
    <dgm:pt modelId="{01C3EDF0-F255-4677-A102-EA3032586DF0}" type="parTrans" cxnId="{5A304D4F-91BF-4D11-A06F-BD2ACAD3A990}">
      <dgm:prSet/>
      <dgm:spPr/>
      <dgm:t>
        <a:bodyPr/>
        <a:lstStyle/>
        <a:p>
          <a:endParaRPr lang="en-US"/>
        </a:p>
      </dgm:t>
    </dgm:pt>
    <dgm:pt modelId="{94F8ABC3-B0D9-4CC8-AD4F-AC3F062E74B4}" type="sibTrans" cxnId="{5A304D4F-91BF-4D11-A06F-BD2ACAD3A990}">
      <dgm:prSet/>
      <dgm:spPr/>
      <dgm:t>
        <a:bodyPr/>
        <a:lstStyle/>
        <a:p>
          <a:endParaRPr lang="en-US"/>
        </a:p>
      </dgm:t>
    </dgm:pt>
    <dgm:pt modelId="{107DCFCD-6879-4CCB-86E7-B832CC01D4C4}">
      <dgm:prSet/>
      <dgm:spPr/>
      <dgm:t>
        <a:bodyPr/>
        <a:lstStyle/>
        <a:p>
          <a:pPr>
            <a:defRPr cap="all"/>
          </a:pPr>
          <a:r>
            <a:rPr lang="en-US"/>
            <a:t>• Arquitectura escalable y profesional.</a:t>
          </a:r>
        </a:p>
      </dgm:t>
    </dgm:pt>
    <dgm:pt modelId="{0C424E85-7928-4711-9A78-061D8FAB926D}" type="parTrans" cxnId="{624ACC83-8A8B-44D9-B56E-F7D6298A07F2}">
      <dgm:prSet/>
      <dgm:spPr/>
      <dgm:t>
        <a:bodyPr/>
        <a:lstStyle/>
        <a:p>
          <a:endParaRPr lang="en-US"/>
        </a:p>
      </dgm:t>
    </dgm:pt>
    <dgm:pt modelId="{5F53F4F3-EE9B-4EC2-8369-0AD8D01ACD44}" type="sibTrans" cxnId="{624ACC83-8A8B-44D9-B56E-F7D6298A07F2}">
      <dgm:prSet/>
      <dgm:spPr/>
      <dgm:t>
        <a:bodyPr/>
        <a:lstStyle/>
        <a:p>
          <a:endParaRPr lang="en-US"/>
        </a:p>
      </dgm:t>
    </dgm:pt>
    <dgm:pt modelId="{1B865F14-ED94-442E-93A7-0F18ACA7836C}" type="pres">
      <dgm:prSet presAssocID="{2148B395-F4CE-4D48-A0F0-B18BB649DA85}" presName="root" presStyleCnt="0">
        <dgm:presLayoutVars>
          <dgm:dir/>
          <dgm:resizeHandles val="exact"/>
        </dgm:presLayoutVars>
      </dgm:prSet>
      <dgm:spPr/>
    </dgm:pt>
    <dgm:pt modelId="{7275DFB3-F865-4D4F-9BBE-27049E1CBC0B}" type="pres">
      <dgm:prSet presAssocID="{A0E1D2E8-446C-47E4-8125-0463EC448D6A}" presName="compNode" presStyleCnt="0"/>
      <dgm:spPr/>
    </dgm:pt>
    <dgm:pt modelId="{5DB2A822-9C1F-449D-838E-DF7EA0461CD0}" type="pres">
      <dgm:prSet presAssocID="{A0E1D2E8-446C-47E4-8125-0463EC448D6A}" presName="iconBgRect" presStyleLbl="bgShp" presStyleIdx="0" presStyleCnt="4"/>
      <dgm:spPr/>
    </dgm:pt>
    <dgm:pt modelId="{DB8B5FA3-1006-485B-8576-2C46B3EE4B25}" type="pres">
      <dgm:prSet presAssocID="{A0E1D2E8-446C-47E4-8125-0463EC448D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4B6FC7E-E5B5-4BBB-A9B0-16A19647A871}" type="pres">
      <dgm:prSet presAssocID="{A0E1D2E8-446C-47E4-8125-0463EC448D6A}" presName="spaceRect" presStyleCnt="0"/>
      <dgm:spPr/>
    </dgm:pt>
    <dgm:pt modelId="{05F441A9-4B67-4E8F-AC65-DD0568FE11BF}" type="pres">
      <dgm:prSet presAssocID="{A0E1D2E8-446C-47E4-8125-0463EC448D6A}" presName="textRect" presStyleLbl="revTx" presStyleIdx="0" presStyleCnt="4">
        <dgm:presLayoutVars>
          <dgm:chMax val="1"/>
          <dgm:chPref val="1"/>
        </dgm:presLayoutVars>
      </dgm:prSet>
      <dgm:spPr/>
    </dgm:pt>
    <dgm:pt modelId="{B46CC864-A3FD-4B3B-B7CA-FC76CDF785F9}" type="pres">
      <dgm:prSet presAssocID="{929CD546-924E-4302-A9CE-D434912EEC09}" presName="sibTrans" presStyleCnt="0"/>
      <dgm:spPr/>
    </dgm:pt>
    <dgm:pt modelId="{74B556DE-2533-4BB5-A179-3307D2AFA752}" type="pres">
      <dgm:prSet presAssocID="{8F4092AF-593A-4A45-B79D-340EF75FB30B}" presName="compNode" presStyleCnt="0"/>
      <dgm:spPr/>
    </dgm:pt>
    <dgm:pt modelId="{2D1FDCE7-3F0C-4DC6-800E-485D2941EABC}" type="pres">
      <dgm:prSet presAssocID="{8F4092AF-593A-4A45-B79D-340EF75FB30B}" presName="iconBgRect" presStyleLbl="bgShp" presStyleIdx="1" presStyleCnt="4"/>
      <dgm:spPr/>
    </dgm:pt>
    <dgm:pt modelId="{3ED9BD22-D998-489B-8AD1-61A35E6216F9}" type="pres">
      <dgm:prSet presAssocID="{8F4092AF-593A-4A45-B79D-340EF75FB3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7378CE41-FC26-4214-A75F-F0EA45553B46}" type="pres">
      <dgm:prSet presAssocID="{8F4092AF-593A-4A45-B79D-340EF75FB30B}" presName="spaceRect" presStyleCnt="0"/>
      <dgm:spPr/>
    </dgm:pt>
    <dgm:pt modelId="{15C877CB-3A08-49CE-91FA-EB5D9673C9CD}" type="pres">
      <dgm:prSet presAssocID="{8F4092AF-593A-4A45-B79D-340EF75FB30B}" presName="textRect" presStyleLbl="revTx" presStyleIdx="1" presStyleCnt="4">
        <dgm:presLayoutVars>
          <dgm:chMax val="1"/>
          <dgm:chPref val="1"/>
        </dgm:presLayoutVars>
      </dgm:prSet>
      <dgm:spPr/>
    </dgm:pt>
    <dgm:pt modelId="{CF9FDA7D-FDCB-45B7-AF55-05ED335B3A90}" type="pres">
      <dgm:prSet presAssocID="{D3E60497-360C-40CD-9804-0A3AFE520324}" presName="sibTrans" presStyleCnt="0"/>
      <dgm:spPr/>
    </dgm:pt>
    <dgm:pt modelId="{3928595C-03F5-41A9-9903-6FCB1B56D6A6}" type="pres">
      <dgm:prSet presAssocID="{C64452BD-B1F4-4228-851F-2042EAFD1BB4}" presName="compNode" presStyleCnt="0"/>
      <dgm:spPr/>
    </dgm:pt>
    <dgm:pt modelId="{3579B64B-C482-4FD4-A99B-2478E1C82697}" type="pres">
      <dgm:prSet presAssocID="{C64452BD-B1F4-4228-851F-2042EAFD1BB4}" presName="iconBgRect" presStyleLbl="bgShp" presStyleIdx="2" presStyleCnt="4"/>
      <dgm:spPr/>
    </dgm:pt>
    <dgm:pt modelId="{24DD51A1-35CA-487C-B656-D8DD67BA69C3}" type="pres">
      <dgm:prSet presAssocID="{C64452BD-B1F4-4228-851F-2042EAFD1B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5D76272A-A5EF-4ED0-8E8C-30B4690F7903}" type="pres">
      <dgm:prSet presAssocID="{C64452BD-B1F4-4228-851F-2042EAFD1BB4}" presName="spaceRect" presStyleCnt="0"/>
      <dgm:spPr/>
    </dgm:pt>
    <dgm:pt modelId="{A21E8F03-B872-4967-9274-5AD1FDEF4F79}" type="pres">
      <dgm:prSet presAssocID="{C64452BD-B1F4-4228-851F-2042EAFD1BB4}" presName="textRect" presStyleLbl="revTx" presStyleIdx="2" presStyleCnt="4">
        <dgm:presLayoutVars>
          <dgm:chMax val="1"/>
          <dgm:chPref val="1"/>
        </dgm:presLayoutVars>
      </dgm:prSet>
      <dgm:spPr/>
    </dgm:pt>
    <dgm:pt modelId="{7598ED2C-80DD-4EE3-9FEB-E4C25222FBAE}" type="pres">
      <dgm:prSet presAssocID="{94F8ABC3-B0D9-4CC8-AD4F-AC3F062E74B4}" presName="sibTrans" presStyleCnt="0"/>
      <dgm:spPr/>
    </dgm:pt>
    <dgm:pt modelId="{8731D665-6920-4881-BB54-E3169781F2F5}" type="pres">
      <dgm:prSet presAssocID="{107DCFCD-6879-4CCB-86E7-B832CC01D4C4}" presName="compNode" presStyleCnt="0"/>
      <dgm:spPr/>
    </dgm:pt>
    <dgm:pt modelId="{58808D33-D893-4D23-A851-08F92A560C95}" type="pres">
      <dgm:prSet presAssocID="{107DCFCD-6879-4CCB-86E7-B832CC01D4C4}" presName="iconBgRect" presStyleLbl="bgShp" presStyleIdx="3" presStyleCnt="4"/>
      <dgm:spPr/>
    </dgm:pt>
    <dgm:pt modelId="{C527515F-DF47-4142-916C-37E33D2FAA77}" type="pres">
      <dgm:prSet presAssocID="{107DCFCD-6879-4CCB-86E7-B832CC01D4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14516E90-A1DE-415C-AF66-23C3D6B2BB10}" type="pres">
      <dgm:prSet presAssocID="{107DCFCD-6879-4CCB-86E7-B832CC01D4C4}" presName="spaceRect" presStyleCnt="0"/>
      <dgm:spPr/>
    </dgm:pt>
    <dgm:pt modelId="{30135435-6D71-48A3-9CAE-E5EAB725305C}" type="pres">
      <dgm:prSet presAssocID="{107DCFCD-6879-4CCB-86E7-B832CC01D4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4654A31-528A-4B42-BC86-0FE1644EAE2A}" type="presOf" srcId="{C64452BD-B1F4-4228-851F-2042EAFD1BB4}" destId="{A21E8F03-B872-4967-9274-5AD1FDEF4F79}" srcOrd="0" destOrd="0" presId="urn:microsoft.com/office/officeart/2018/5/layout/IconCircleLabelList"/>
    <dgm:cxn modelId="{788F3D5E-9ED0-4FEC-8A24-ED916EA166FF}" srcId="{2148B395-F4CE-4D48-A0F0-B18BB649DA85}" destId="{8F4092AF-593A-4A45-B79D-340EF75FB30B}" srcOrd="1" destOrd="0" parTransId="{C74AC595-8A76-48D1-9C2E-67DEC8CEA39A}" sibTransId="{D3E60497-360C-40CD-9804-0A3AFE520324}"/>
    <dgm:cxn modelId="{D0568F64-D0EF-4201-99AF-8B414F6AC7C1}" type="presOf" srcId="{107DCFCD-6879-4CCB-86E7-B832CC01D4C4}" destId="{30135435-6D71-48A3-9CAE-E5EAB725305C}" srcOrd="0" destOrd="0" presId="urn:microsoft.com/office/officeart/2018/5/layout/IconCircleLabelList"/>
    <dgm:cxn modelId="{5A304D4F-91BF-4D11-A06F-BD2ACAD3A990}" srcId="{2148B395-F4CE-4D48-A0F0-B18BB649DA85}" destId="{C64452BD-B1F4-4228-851F-2042EAFD1BB4}" srcOrd="2" destOrd="0" parTransId="{01C3EDF0-F255-4677-A102-EA3032586DF0}" sibTransId="{94F8ABC3-B0D9-4CC8-AD4F-AC3F062E74B4}"/>
    <dgm:cxn modelId="{624ACC83-8A8B-44D9-B56E-F7D6298A07F2}" srcId="{2148B395-F4CE-4D48-A0F0-B18BB649DA85}" destId="{107DCFCD-6879-4CCB-86E7-B832CC01D4C4}" srcOrd="3" destOrd="0" parTransId="{0C424E85-7928-4711-9A78-061D8FAB926D}" sibTransId="{5F53F4F3-EE9B-4EC2-8369-0AD8D01ACD44}"/>
    <dgm:cxn modelId="{08B7E0B9-6148-46E8-BC99-6E924A20B706}" type="presOf" srcId="{8F4092AF-593A-4A45-B79D-340EF75FB30B}" destId="{15C877CB-3A08-49CE-91FA-EB5D9673C9CD}" srcOrd="0" destOrd="0" presId="urn:microsoft.com/office/officeart/2018/5/layout/IconCircleLabelList"/>
    <dgm:cxn modelId="{BA271EC0-F731-4B70-84EA-CEB1398C207F}" type="presOf" srcId="{2148B395-F4CE-4D48-A0F0-B18BB649DA85}" destId="{1B865F14-ED94-442E-93A7-0F18ACA7836C}" srcOrd="0" destOrd="0" presId="urn:microsoft.com/office/officeart/2018/5/layout/IconCircleLabelList"/>
    <dgm:cxn modelId="{642EDCC0-8F4F-4123-B9C6-5CC80EEAC37C}" type="presOf" srcId="{A0E1D2E8-446C-47E4-8125-0463EC448D6A}" destId="{05F441A9-4B67-4E8F-AC65-DD0568FE11BF}" srcOrd="0" destOrd="0" presId="urn:microsoft.com/office/officeart/2018/5/layout/IconCircleLabelList"/>
    <dgm:cxn modelId="{344817EB-90B5-4C4A-B294-2A30A2432053}" srcId="{2148B395-F4CE-4D48-A0F0-B18BB649DA85}" destId="{A0E1D2E8-446C-47E4-8125-0463EC448D6A}" srcOrd="0" destOrd="0" parTransId="{47B3CB1E-A614-4908-A11D-C8D9B72A5CC5}" sibTransId="{929CD546-924E-4302-A9CE-D434912EEC09}"/>
    <dgm:cxn modelId="{5763E0CA-61CB-452D-ABB3-23F5309F75A8}" type="presParOf" srcId="{1B865F14-ED94-442E-93A7-0F18ACA7836C}" destId="{7275DFB3-F865-4D4F-9BBE-27049E1CBC0B}" srcOrd="0" destOrd="0" presId="urn:microsoft.com/office/officeart/2018/5/layout/IconCircleLabelList"/>
    <dgm:cxn modelId="{0CA9F4DB-48E2-4F01-8DDF-D885899F1DD6}" type="presParOf" srcId="{7275DFB3-F865-4D4F-9BBE-27049E1CBC0B}" destId="{5DB2A822-9C1F-449D-838E-DF7EA0461CD0}" srcOrd="0" destOrd="0" presId="urn:microsoft.com/office/officeart/2018/5/layout/IconCircleLabelList"/>
    <dgm:cxn modelId="{087A423B-E04B-4B2F-A6BD-821757F01D10}" type="presParOf" srcId="{7275DFB3-F865-4D4F-9BBE-27049E1CBC0B}" destId="{DB8B5FA3-1006-485B-8576-2C46B3EE4B25}" srcOrd="1" destOrd="0" presId="urn:microsoft.com/office/officeart/2018/5/layout/IconCircleLabelList"/>
    <dgm:cxn modelId="{82A015F2-A059-4E79-B4C8-B4E61229D18F}" type="presParOf" srcId="{7275DFB3-F865-4D4F-9BBE-27049E1CBC0B}" destId="{A4B6FC7E-E5B5-4BBB-A9B0-16A19647A871}" srcOrd="2" destOrd="0" presId="urn:microsoft.com/office/officeart/2018/5/layout/IconCircleLabelList"/>
    <dgm:cxn modelId="{26B6EFB2-5ED1-409F-9B1E-84B0B0EB0301}" type="presParOf" srcId="{7275DFB3-F865-4D4F-9BBE-27049E1CBC0B}" destId="{05F441A9-4B67-4E8F-AC65-DD0568FE11BF}" srcOrd="3" destOrd="0" presId="urn:microsoft.com/office/officeart/2018/5/layout/IconCircleLabelList"/>
    <dgm:cxn modelId="{E57F2672-959C-46FE-BC6C-C2FC863E2813}" type="presParOf" srcId="{1B865F14-ED94-442E-93A7-0F18ACA7836C}" destId="{B46CC864-A3FD-4B3B-B7CA-FC76CDF785F9}" srcOrd="1" destOrd="0" presId="urn:microsoft.com/office/officeart/2018/5/layout/IconCircleLabelList"/>
    <dgm:cxn modelId="{718BF653-284B-4B0A-90AD-E372E2EA7C54}" type="presParOf" srcId="{1B865F14-ED94-442E-93A7-0F18ACA7836C}" destId="{74B556DE-2533-4BB5-A179-3307D2AFA752}" srcOrd="2" destOrd="0" presId="urn:microsoft.com/office/officeart/2018/5/layout/IconCircleLabelList"/>
    <dgm:cxn modelId="{4F1117D7-8AAE-4437-97E5-694F95A495E3}" type="presParOf" srcId="{74B556DE-2533-4BB5-A179-3307D2AFA752}" destId="{2D1FDCE7-3F0C-4DC6-800E-485D2941EABC}" srcOrd="0" destOrd="0" presId="urn:microsoft.com/office/officeart/2018/5/layout/IconCircleLabelList"/>
    <dgm:cxn modelId="{3FAFC14F-0506-446D-BA9E-30345569DFF6}" type="presParOf" srcId="{74B556DE-2533-4BB5-A179-3307D2AFA752}" destId="{3ED9BD22-D998-489B-8AD1-61A35E6216F9}" srcOrd="1" destOrd="0" presId="urn:microsoft.com/office/officeart/2018/5/layout/IconCircleLabelList"/>
    <dgm:cxn modelId="{26417942-9633-473F-820A-64E7D489125E}" type="presParOf" srcId="{74B556DE-2533-4BB5-A179-3307D2AFA752}" destId="{7378CE41-FC26-4214-A75F-F0EA45553B46}" srcOrd="2" destOrd="0" presId="urn:microsoft.com/office/officeart/2018/5/layout/IconCircleLabelList"/>
    <dgm:cxn modelId="{35ADCB19-7DC9-4DF6-9E60-2BA81AFABFC3}" type="presParOf" srcId="{74B556DE-2533-4BB5-A179-3307D2AFA752}" destId="{15C877CB-3A08-49CE-91FA-EB5D9673C9CD}" srcOrd="3" destOrd="0" presId="urn:microsoft.com/office/officeart/2018/5/layout/IconCircleLabelList"/>
    <dgm:cxn modelId="{4BCB2FE8-F3A2-485D-8462-4883804177B3}" type="presParOf" srcId="{1B865F14-ED94-442E-93A7-0F18ACA7836C}" destId="{CF9FDA7D-FDCB-45B7-AF55-05ED335B3A90}" srcOrd="3" destOrd="0" presId="urn:microsoft.com/office/officeart/2018/5/layout/IconCircleLabelList"/>
    <dgm:cxn modelId="{19EEF17A-0A90-434D-9931-C23A5FD8229B}" type="presParOf" srcId="{1B865F14-ED94-442E-93A7-0F18ACA7836C}" destId="{3928595C-03F5-41A9-9903-6FCB1B56D6A6}" srcOrd="4" destOrd="0" presId="urn:microsoft.com/office/officeart/2018/5/layout/IconCircleLabelList"/>
    <dgm:cxn modelId="{1F39244E-9786-45AD-B55D-46ACCBFB5309}" type="presParOf" srcId="{3928595C-03F5-41A9-9903-6FCB1B56D6A6}" destId="{3579B64B-C482-4FD4-A99B-2478E1C82697}" srcOrd="0" destOrd="0" presId="urn:microsoft.com/office/officeart/2018/5/layout/IconCircleLabelList"/>
    <dgm:cxn modelId="{4F9C5493-C90F-4505-A2D9-A199F0CF4435}" type="presParOf" srcId="{3928595C-03F5-41A9-9903-6FCB1B56D6A6}" destId="{24DD51A1-35CA-487C-B656-D8DD67BA69C3}" srcOrd="1" destOrd="0" presId="urn:microsoft.com/office/officeart/2018/5/layout/IconCircleLabelList"/>
    <dgm:cxn modelId="{3946B42B-B44A-4D18-9FB6-3BC972232B89}" type="presParOf" srcId="{3928595C-03F5-41A9-9903-6FCB1B56D6A6}" destId="{5D76272A-A5EF-4ED0-8E8C-30B4690F7903}" srcOrd="2" destOrd="0" presId="urn:microsoft.com/office/officeart/2018/5/layout/IconCircleLabelList"/>
    <dgm:cxn modelId="{C82F914A-8D90-4159-97BA-537CADE90AF7}" type="presParOf" srcId="{3928595C-03F5-41A9-9903-6FCB1B56D6A6}" destId="{A21E8F03-B872-4967-9274-5AD1FDEF4F79}" srcOrd="3" destOrd="0" presId="urn:microsoft.com/office/officeart/2018/5/layout/IconCircleLabelList"/>
    <dgm:cxn modelId="{ABEFD4C4-C1CF-4375-9568-8CAAE80F74C7}" type="presParOf" srcId="{1B865F14-ED94-442E-93A7-0F18ACA7836C}" destId="{7598ED2C-80DD-4EE3-9FEB-E4C25222FBAE}" srcOrd="5" destOrd="0" presId="urn:microsoft.com/office/officeart/2018/5/layout/IconCircleLabelList"/>
    <dgm:cxn modelId="{9350CEDE-8F22-4C2E-B657-A2C6122597AB}" type="presParOf" srcId="{1B865F14-ED94-442E-93A7-0F18ACA7836C}" destId="{8731D665-6920-4881-BB54-E3169781F2F5}" srcOrd="6" destOrd="0" presId="urn:microsoft.com/office/officeart/2018/5/layout/IconCircleLabelList"/>
    <dgm:cxn modelId="{CD69FEF2-1B76-4024-BF8F-5988E7472912}" type="presParOf" srcId="{8731D665-6920-4881-BB54-E3169781F2F5}" destId="{58808D33-D893-4D23-A851-08F92A560C95}" srcOrd="0" destOrd="0" presId="urn:microsoft.com/office/officeart/2018/5/layout/IconCircleLabelList"/>
    <dgm:cxn modelId="{A7155F1F-0C75-4ED1-9A8C-002BCF4F8414}" type="presParOf" srcId="{8731D665-6920-4881-BB54-E3169781F2F5}" destId="{C527515F-DF47-4142-916C-37E33D2FAA77}" srcOrd="1" destOrd="0" presId="urn:microsoft.com/office/officeart/2018/5/layout/IconCircleLabelList"/>
    <dgm:cxn modelId="{C5A4F4DF-6EEA-43DE-A4C7-2E4CF20CAFC9}" type="presParOf" srcId="{8731D665-6920-4881-BB54-E3169781F2F5}" destId="{14516E90-A1DE-415C-AF66-23C3D6B2BB10}" srcOrd="2" destOrd="0" presId="urn:microsoft.com/office/officeart/2018/5/layout/IconCircleLabelList"/>
    <dgm:cxn modelId="{05252043-C30A-4EAE-8176-3B1B3B17F847}" type="presParOf" srcId="{8731D665-6920-4881-BB54-E3169781F2F5}" destId="{30135435-6D71-48A3-9CAE-E5EAB72530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A1AF2-4586-4BE1-BD3C-E42D5EDE0F3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08E0C-7C6A-4A17-A09E-F9B80B72D2D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Aplicación móvil institucional.</a:t>
          </a:r>
        </a:p>
      </dsp:txBody>
      <dsp:txXfrm>
        <a:off x="78583" y="2435142"/>
        <a:ext cx="2399612" cy="720000"/>
      </dsp:txXfrm>
    </dsp:sp>
    <dsp:sp modelId="{1B693D97-E520-4420-A965-1DA966BD87B5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1D4DC-E2D2-47D5-B422-FDB7D112DD7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Autores: Carlos Culma &amp; Johan Verjan.</a:t>
          </a:r>
        </a:p>
      </dsp:txBody>
      <dsp:txXfrm>
        <a:off x="2898129" y="2435142"/>
        <a:ext cx="2399612" cy="720000"/>
      </dsp:txXfrm>
    </dsp:sp>
    <dsp:sp modelId="{3392317C-BB5B-4360-A77F-A041C492A3A6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2B3F2-C0A7-4BE0-BFFD-73F5B4A3DCF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CORHUILA – Ingeniería de Sistemas.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1A6BA-F290-4D87-ACE8-75FFFF96EBD0}">
      <dsp:nvSpPr>
        <dsp:cNvPr id="0" name=""/>
        <dsp:cNvSpPr/>
      </dsp:nvSpPr>
      <dsp:spPr>
        <a:xfrm>
          <a:off x="2240516" y="820988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864131"/>
        <a:ext cx="25774" cy="5154"/>
      </dsp:txXfrm>
    </dsp:sp>
    <dsp:sp modelId="{947009A2-3B8C-4ECA-951F-AF508DB455FE}">
      <dsp:nvSpPr>
        <dsp:cNvPr id="0" name=""/>
        <dsp:cNvSpPr/>
      </dsp:nvSpPr>
      <dsp:spPr>
        <a:xfrm>
          <a:off x="1049" y="194328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Problema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1049" y="194328"/>
        <a:ext cx="2241266" cy="1344759"/>
      </dsp:txXfrm>
    </dsp:sp>
    <dsp:sp modelId="{03629E94-6B45-460C-88B1-0991BD155585}">
      <dsp:nvSpPr>
        <dsp:cNvPr id="0" name=""/>
        <dsp:cNvSpPr/>
      </dsp:nvSpPr>
      <dsp:spPr>
        <a:xfrm>
          <a:off x="1121683" y="1537288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1777156"/>
        <a:ext cx="140227" cy="5154"/>
      </dsp:txXfrm>
    </dsp:sp>
    <dsp:sp modelId="{B0DB868C-8426-45E7-8D09-840E7F60EC2C}">
      <dsp:nvSpPr>
        <dsp:cNvPr id="0" name=""/>
        <dsp:cNvSpPr/>
      </dsp:nvSpPr>
      <dsp:spPr>
        <a:xfrm>
          <a:off x="2757807" y="194328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Dificultad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inducción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757807" y="194328"/>
        <a:ext cx="2241266" cy="1344759"/>
      </dsp:txXfrm>
    </dsp:sp>
    <dsp:sp modelId="{CE7F07ED-5508-4F51-9F6E-AF36705A18CE}">
      <dsp:nvSpPr>
        <dsp:cNvPr id="0" name=""/>
        <dsp:cNvSpPr/>
      </dsp:nvSpPr>
      <dsp:spPr>
        <a:xfrm>
          <a:off x="2240516" y="2681240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2724382"/>
        <a:ext cx="25774" cy="5154"/>
      </dsp:txXfrm>
    </dsp:sp>
    <dsp:sp modelId="{7F486CF2-DB35-403D-81DB-0A76A7CDBC80}">
      <dsp:nvSpPr>
        <dsp:cNvPr id="0" name=""/>
        <dsp:cNvSpPr/>
      </dsp:nvSpPr>
      <dsp:spPr>
        <a:xfrm>
          <a:off x="1049" y="2054580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Acceso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limitado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documentos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049" y="2054580"/>
        <a:ext cx="2241266" cy="1344759"/>
      </dsp:txXfrm>
    </dsp:sp>
    <dsp:sp modelId="{3A23A8FC-E16D-4AF2-AC59-6914D87681CC}">
      <dsp:nvSpPr>
        <dsp:cNvPr id="0" name=""/>
        <dsp:cNvSpPr/>
      </dsp:nvSpPr>
      <dsp:spPr>
        <a:xfrm>
          <a:off x="1121683" y="3397539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3637408"/>
        <a:ext cx="140227" cy="5154"/>
      </dsp:txXfrm>
    </dsp:sp>
    <dsp:sp modelId="{52B4E6C4-754D-4350-AC60-A5E9DBCFDA5D}">
      <dsp:nvSpPr>
        <dsp:cNvPr id="0" name=""/>
        <dsp:cNvSpPr/>
      </dsp:nvSpPr>
      <dsp:spPr>
        <a:xfrm>
          <a:off x="2757807" y="2054580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Objetivo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2757807" y="2054580"/>
        <a:ext cx="2241266" cy="1344759"/>
      </dsp:txXfrm>
    </dsp:sp>
    <dsp:sp modelId="{E2509CAF-5147-4E0A-8792-14EE1661E50A}">
      <dsp:nvSpPr>
        <dsp:cNvPr id="0" name=""/>
        <dsp:cNvSpPr/>
      </dsp:nvSpPr>
      <dsp:spPr>
        <a:xfrm>
          <a:off x="2240516" y="4541491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4584633"/>
        <a:ext cx="25774" cy="5154"/>
      </dsp:txXfrm>
    </dsp:sp>
    <dsp:sp modelId="{64B77398-28EE-4BF8-BFD9-F0D9B91DFF34}">
      <dsp:nvSpPr>
        <dsp:cNvPr id="0" name=""/>
        <dsp:cNvSpPr/>
      </dsp:nvSpPr>
      <dsp:spPr>
        <a:xfrm>
          <a:off x="1049" y="3914831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App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móvil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+ chatbot.</a:t>
          </a:r>
        </a:p>
      </dsp:txBody>
      <dsp:txXfrm>
        <a:off x="1049" y="3914831"/>
        <a:ext cx="2241266" cy="1344759"/>
      </dsp:txXfrm>
    </dsp:sp>
    <dsp:sp modelId="{DEE6CA8E-A45A-4F1B-80AE-D04C6CE3F49C}">
      <dsp:nvSpPr>
        <dsp:cNvPr id="0" name=""/>
        <dsp:cNvSpPr/>
      </dsp:nvSpPr>
      <dsp:spPr>
        <a:xfrm>
          <a:off x="2757807" y="3914831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Consultar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pilares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institucionales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757807" y="3914831"/>
        <a:ext cx="2241266" cy="13447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14DCB-37B8-4175-8B7A-58FF9BB05233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BEEFD-D62D-4D6F-A3DA-382DA2050A89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Tecnologías:</a:t>
          </a:r>
        </a:p>
      </dsp:txBody>
      <dsp:txXfrm>
        <a:off x="729373" y="1314747"/>
        <a:ext cx="1488867" cy="595546"/>
      </dsp:txXfrm>
    </dsp:sp>
    <dsp:sp modelId="{C3357B4C-B89C-4827-9301-2755F41BAC52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894C0-70BB-47CE-879A-DAF6AC0FA835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Flutter (Frontend móvil)</a:t>
          </a:r>
        </a:p>
      </dsp:txBody>
      <dsp:txXfrm>
        <a:off x="2478792" y="1314747"/>
        <a:ext cx="1488867" cy="595546"/>
      </dsp:txXfrm>
    </dsp:sp>
    <dsp:sp modelId="{1D730169-01C3-4553-9A31-B2138E11AFFA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86797-DF0A-4225-BF15-A358A661E315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Node.js + Express (Backend)</a:t>
          </a:r>
        </a:p>
      </dsp:txBody>
      <dsp:txXfrm>
        <a:off x="4228211" y="1314747"/>
        <a:ext cx="1488867" cy="595546"/>
      </dsp:txXfrm>
    </dsp:sp>
    <dsp:sp modelId="{31DE6E89-0EF9-4BDE-B6C2-AC2110D249E6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84AE9-F87E-4AF3-AF2D-FB2119104681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MongoDB Atlas (Base de datos)</a:t>
          </a:r>
        </a:p>
      </dsp:txBody>
      <dsp:txXfrm>
        <a:off x="5977630" y="1314747"/>
        <a:ext cx="1488867" cy="595546"/>
      </dsp:txXfrm>
    </dsp:sp>
    <dsp:sp modelId="{5352DC31-84DE-43EF-8887-EB6315FDF679}">
      <dsp:nvSpPr>
        <dsp:cNvPr id="0" name=""/>
        <dsp:cNvSpPr/>
      </dsp:nvSpPr>
      <dsp:spPr>
        <a:xfrm>
          <a:off x="2013521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FBC21-D88C-453E-B827-E1EA0644A7FC}">
      <dsp:nvSpPr>
        <dsp:cNvPr id="0" name=""/>
        <dsp:cNvSpPr/>
      </dsp:nvSpPr>
      <dsp:spPr>
        <a:xfrm>
          <a:off x="160408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Firebase Storage (PDFs)</a:t>
          </a:r>
        </a:p>
      </dsp:txBody>
      <dsp:txXfrm>
        <a:off x="1604082" y="3204069"/>
        <a:ext cx="1488867" cy="595546"/>
      </dsp:txXfrm>
    </dsp:sp>
    <dsp:sp modelId="{90E0FC4E-EC92-4592-A800-71314E6B554A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BE4FA-40E7-4203-934D-3662E2A831B0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Git/GitHub (Control de versiones)</a:t>
          </a:r>
        </a:p>
      </dsp:txBody>
      <dsp:txXfrm>
        <a:off x="3353501" y="3204069"/>
        <a:ext cx="1488867" cy="595546"/>
      </dsp:txXfrm>
    </dsp:sp>
    <dsp:sp modelId="{27F23057-390A-40F2-8C3B-00E6904D0056}">
      <dsp:nvSpPr>
        <dsp:cNvPr id="0" name=""/>
        <dsp:cNvSpPr/>
      </dsp:nvSpPr>
      <dsp:spPr>
        <a:xfrm>
          <a:off x="5512359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FC589-0C62-4684-A195-31471A39CCBE}">
      <dsp:nvSpPr>
        <dsp:cNvPr id="0" name=""/>
        <dsp:cNvSpPr/>
      </dsp:nvSpPr>
      <dsp:spPr>
        <a:xfrm>
          <a:off x="5102920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Arquitectura distribuida.</a:t>
          </a:r>
        </a:p>
      </dsp:txBody>
      <dsp:txXfrm>
        <a:off x="5102920" y="3204069"/>
        <a:ext cx="1488867" cy="595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346FF-A734-40F8-A0ED-34B4C89C4163}">
      <dsp:nvSpPr>
        <dsp:cNvPr id="0" name=""/>
        <dsp:cNvSpPr/>
      </dsp:nvSpPr>
      <dsp:spPr>
        <a:xfrm>
          <a:off x="161219" y="394413"/>
          <a:ext cx="4677685" cy="4677685"/>
        </a:xfrm>
        <a:prstGeom prst="circularArrow">
          <a:avLst>
            <a:gd name="adj1" fmla="val 5274"/>
            <a:gd name="adj2" fmla="val 312630"/>
            <a:gd name="adj3" fmla="val 14294333"/>
            <a:gd name="adj4" fmla="val 17088382"/>
            <a:gd name="adj5" fmla="val 547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9F93DB-C09B-43C4-A52C-FA58DCDDE522}">
      <dsp:nvSpPr>
        <dsp:cNvPr id="0" name=""/>
        <dsp:cNvSpPr/>
      </dsp:nvSpPr>
      <dsp:spPr>
        <a:xfrm>
          <a:off x="1644327" y="401451"/>
          <a:ext cx="1711468" cy="85573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tx1"/>
              </a:solidFill>
            </a:rPr>
            <a:t>Infraestructura</a:t>
          </a:r>
          <a:r>
            <a:rPr lang="en-US" sz="1500" kern="1200" dirty="0">
              <a:solidFill>
                <a:schemeClr val="tx1"/>
              </a:solidFill>
            </a:rPr>
            <a:t>:</a:t>
          </a:r>
        </a:p>
      </dsp:txBody>
      <dsp:txXfrm>
        <a:off x="1686100" y="443224"/>
        <a:ext cx="1627922" cy="772188"/>
      </dsp:txXfrm>
    </dsp:sp>
    <dsp:sp modelId="{9F599FA9-47B7-43CC-B395-F2F69E194329}">
      <dsp:nvSpPr>
        <dsp:cNvPr id="0" name=""/>
        <dsp:cNvSpPr/>
      </dsp:nvSpPr>
      <dsp:spPr>
        <a:xfrm>
          <a:off x="3287733" y="1350272"/>
          <a:ext cx="1711468" cy="8557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MongoDB Atlas – Free Tier</a:t>
          </a:r>
        </a:p>
      </dsp:txBody>
      <dsp:txXfrm>
        <a:off x="3329506" y="1392045"/>
        <a:ext cx="1627922" cy="772188"/>
      </dsp:txXfrm>
    </dsp:sp>
    <dsp:sp modelId="{058A5CC1-3710-4FBC-AA4E-7D5370D84D3C}">
      <dsp:nvSpPr>
        <dsp:cNvPr id="0" name=""/>
        <dsp:cNvSpPr/>
      </dsp:nvSpPr>
      <dsp:spPr>
        <a:xfrm>
          <a:off x="3287733" y="3247913"/>
          <a:ext cx="1711468" cy="85573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Firebase – Free Tier</a:t>
          </a:r>
        </a:p>
      </dsp:txBody>
      <dsp:txXfrm>
        <a:off x="3329506" y="3289686"/>
        <a:ext cx="1627922" cy="772188"/>
      </dsp:txXfrm>
    </dsp:sp>
    <dsp:sp modelId="{B85A5E00-4F92-4065-BE1F-C4B0026837C4}">
      <dsp:nvSpPr>
        <dsp:cNvPr id="0" name=""/>
        <dsp:cNvSpPr/>
      </dsp:nvSpPr>
      <dsp:spPr>
        <a:xfrm>
          <a:off x="1644327" y="4196734"/>
          <a:ext cx="1711468" cy="85573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tx1"/>
              </a:solidFill>
            </a:rPr>
            <a:t>Recursos</a:t>
          </a:r>
          <a:r>
            <a:rPr lang="en-US" sz="1500" kern="1200" dirty="0">
              <a:solidFill>
                <a:schemeClr val="tx1"/>
              </a:solidFill>
            </a:rPr>
            <a:t>:</a:t>
          </a:r>
        </a:p>
      </dsp:txBody>
      <dsp:txXfrm>
        <a:off x="1686100" y="4238507"/>
        <a:ext cx="1627922" cy="772188"/>
      </dsp:txXfrm>
    </dsp:sp>
    <dsp:sp modelId="{13126149-8301-4469-9B3D-80ED1766FD3A}">
      <dsp:nvSpPr>
        <dsp:cNvPr id="0" name=""/>
        <dsp:cNvSpPr/>
      </dsp:nvSpPr>
      <dsp:spPr>
        <a:xfrm>
          <a:off x="922" y="3247913"/>
          <a:ext cx="1711468" cy="855734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Desarrollo </a:t>
          </a:r>
          <a:r>
            <a:rPr lang="en-US" sz="1500" kern="1200" dirty="0" err="1">
              <a:solidFill>
                <a:schemeClr val="tx1"/>
              </a:solidFill>
            </a:rPr>
            <a:t>académico</a:t>
          </a:r>
          <a:r>
            <a:rPr lang="en-US" sz="1500" kern="1200" dirty="0">
              <a:solidFill>
                <a:schemeClr val="tx1"/>
              </a:solidFill>
            </a:rPr>
            <a:t> sin </a:t>
          </a:r>
          <a:r>
            <a:rPr lang="en-US" sz="1500" kern="1200" dirty="0" err="1">
              <a:solidFill>
                <a:schemeClr val="tx1"/>
              </a:solidFill>
            </a:rPr>
            <a:t>costo</a:t>
          </a:r>
          <a:r>
            <a:rPr lang="en-US" sz="1500" kern="1200" dirty="0">
              <a:solidFill>
                <a:schemeClr val="tx1"/>
              </a:solidFill>
            </a:rPr>
            <a:t>.</a:t>
          </a:r>
        </a:p>
      </dsp:txBody>
      <dsp:txXfrm>
        <a:off x="42695" y="3289686"/>
        <a:ext cx="1627922" cy="772188"/>
      </dsp:txXfrm>
    </dsp:sp>
    <dsp:sp modelId="{4291F541-2977-41C2-A220-A0D1B594C9FA}">
      <dsp:nvSpPr>
        <dsp:cNvPr id="0" name=""/>
        <dsp:cNvSpPr/>
      </dsp:nvSpPr>
      <dsp:spPr>
        <a:xfrm>
          <a:off x="922" y="1350272"/>
          <a:ext cx="1711468" cy="85573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Tiempo </a:t>
          </a:r>
          <a:r>
            <a:rPr lang="en-US" sz="1500" kern="1200" dirty="0" err="1">
              <a:solidFill>
                <a:schemeClr val="tx1"/>
              </a:solidFill>
            </a:rPr>
            <a:t>estimado</a:t>
          </a:r>
          <a:r>
            <a:rPr lang="en-US" sz="1500" kern="1200" dirty="0">
              <a:solidFill>
                <a:schemeClr val="tx1"/>
              </a:solidFill>
            </a:rPr>
            <a:t>: 120 horas.</a:t>
          </a:r>
        </a:p>
      </dsp:txBody>
      <dsp:txXfrm>
        <a:off x="42695" y="1392045"/>
        <a:ext cx="1627922" cy="7721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3D9B6-2F1A-4B19-B981-06A96AFBECAA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23FE66-DAF4-4A25-9698-C299212F3286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Carlos Daniel Culma – 50%</a:t>
          </a:r>
        </a:p>
      </dsp:txBody>
      <dsp:txXfrm>
        <a:off x="0" y="0"/>
        <a:ext cx="5000124" cy="1363480"/>
      </dsp:txXfrm>
    </dsp:sp>
    <dsp:sp modelId="{324DD1B9-DE73-4072-A665-80F043E5D6F9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DE6181-C24C-4149-A84E-0486D8334C2A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Flutter, interfaz, chatbot, documentación.</a:t>
          </a:r>
        </a:p>
      </dsp:txBody>
      <dsp:txXfrm>
        <a:off x="0" y="1363480"/>
        <a:ext cx="5000124" cy="1363480"/>
      </dsp:txXfrm>
    </dsp:sp>
    <dsp:sp modelId="{1A025885-0C82-4992-AB24-AA78C52B5885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44C766-012C-4641-9B98-272ACCFC0F0C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Johan Verjan – 50%</a:t>
          </a:r>
        </a:p>
      </dsp:txBody>
      <dsp:txXfrm>
        <a:off x="0" y="2726960"/>
        <a:ext cx="5000124" cy="1363480"/>
      </dsp:txXfrm>
    </dsp:sp>
    <dsp:sp modelId="{1A600F83-0769-47F2-85A0-3009FEBB3CCF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F8ACD6-E201-4A07-BFF3-095EDD6A98B3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Backend Node.js, base de datos, despliegue.</a:t>
          </a:r>
        </a:p>
      </dsp:txBody>
      <dsp:txXfrm>
        <a:off x="0" y="4090440"/>
        <a:ext cx="5000124" cy="1363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2A822-9C1F-449D-838E-DF7EA0461CD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B5FA3-1006-485B-8576-2C46B3EE4B2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441A9-4B67-4E8F-AC65-DD0568FE11B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SIGE mejora la inducción institucional.</a:t>
          </a:r>
        </a:p>
      </dsp:txBody>
      <dsp:txXfrm>
        <a:off x="25435" y="2456402"/>
        <a:ext cx="1800000" cy="720000"/>
      </dsp:txXfrm>
    </dsp:sp>
    <dsp:sp modelId="{2D1FDCE7-3F0C-4DC6-800E-485D2941EAB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9BD22-D998-489B-8AD1-61A35E6216F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877CB-3A08-49CE-91FA-EB5D9673C9C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Digitaliza políticas y pilares.</a:t>
          </a:r>
        </a:p>
      </dsp:txBody>
      <dsp:txXfrm>
        <a:off x="2140435" y="2456402"/>
        <a:ext cx="1800000" cy="720000"/>
      </dsp:txXfrm>
    </dsp:sp>
    <dsp:sp modelId="{3579B64B-C482-4FD4-A99B-2478E1C8269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D51A1-35CA-487C-B656-D8DD67BA69C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E8F03-B872-4967-9274-5AD1FDEF4F7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Chatbot acompaña al usuario.</a:t>
          </a:r>
        </a:p>
      </dsp:txBody>
      <dsp:txXfrm>
        <a:off x="4255435" y="2456402"/>
        <a:ext cx="1800000" cy="720000"/>
      </dsp:txXfrm>
    </dsp:sp>
    <dsp:sp modelId="{58808D33-D893-4D23-A851-08F92A560C9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7515F-DF47-4142-916C-37E33D2FAA7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35435-6D71-48A3-9CAE-E5EAB725305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Arquitectura escalable y profesional.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SIGE – Sistema Integral de Gestión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E2A23E-CB45-917D-34CC-65960AEB7B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89986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471AB07-45EA-9B2B-257C-72EFCBD2A8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247"/>
          <a:stretch>
            <a:fillRect/>
          </a:stretch>
        </p:blipFill>
        <p:spPr>
          <a:xfrm>
            <a:off x="7940694" y="241019"/>
            <a:ext cx="996299" cy="1093420"/>
          </a:xfrm>
          <a:prstGeom prst="rect">
            <a:avLst/>
          </a:prstGeom>
        </p:spPr>
      </p:pic>
      <p:pic>
        <p:nvPicPr>
          <p:cNvPr id="8" name="Imagen 7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B8ACCE6F-E441-C36C-6751-0F4C75FFF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007" y="163160"/>
            <a:ext cx="1168374" cy="1249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Problema y Objetivo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AD891B-6B89-EBA8-E572-70F7717DD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11928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Arquitectura y Tecnologías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CE1B3E-2BF7-0FE7-C3B6-D3F8504E0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9590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Costos del Proyecto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638C21E6-5385-0D42-2928-C13E29035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19558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Aporte del Equipo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B531CCD-A598-031B-57B9-FA03D254E5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72929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Conclusiones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6D10D52-FDF3-AC21-5D28-C42D21645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00095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193</Words>
  <Application>Microsoft Office PowerPoint</Application>
  <PresentationFormat>Presentación en pantalla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SIGE – Sistema Integral de Gestión</vt:lpstr>
      <vt:lpstr>Problema y Objetivo</vt:lpstr>
      <vt:lpstr>Arquitectura y Tecnologías</vt:lpstr>
      <vt:lpstr>Costos del Proyecto</vt:lpstr>
      <vt:lpstr>Aporte del Equipo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Daniel Culma Perdomo</cp:lastModifiedBy>
  <cp:revision>2</cp:revision>
  <dcterms:created xsi:type="dcterms:W3CDTF">2013-01-27T09:14:16Z</dcterms:created>
  <dcterms:modified xsi:type="dcterms:W3CDTF">2025-11-14T17:26:48Z</dcterms:modified>
  <cp:category/>
</cp:coreProperties>
</file>